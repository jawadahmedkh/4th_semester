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75" r:id="rId6"/>
    <p:sldId id="260" r:id="rId7"/>
    <p:sldId id="261" r:id="rId8"/>
    <p:sldId id="262" r:id="rId9"/>
    <p:sldId id="263" r:id="rId10"/>
    <p:sldId id="264" r:id="rId11"/>
    <p:sldId id="273" r:id="rId12"/>
    <p:sldId id="274" r:id="rId13"/>
    <p:sldId id="265" r:id="rId14"/>
    <p:sldId id="266" r:id="rId15"/>
    <p:sldId id="267" r:id="rId16"/>
    <p:sldId id="268" r:id="rId17"/>
    <p:sldId id="269" r:id="rId18"/>
    <p:sldId id="270" r:id="rId19"/>
    <p:sldId id="271" r:id="rId20"/>
    <p:sldId id="272"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8" d="100"/>
          <a:sy n="68" d="100"/>
        </p:scale>
        <p:origin x="81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_rels/data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image" Target="../media/image16.png"/><Relationship Id="rId4" Type="http://schemas.openxmlformats.org/officeDocument/2006/relationships/image" Target="../media/image19.svg"/></Relationships>
</file>

<file path=ppt/diagrams/_rels/data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s>
</file>

<file path=ppt/diagrams/_rels/drawing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_rels/drawing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image" Target="../media/image16.png"/><Relationship Id="rId4" Type="http://schemas.openxmlformats.org/officeDocument/2006/relationships/image" Target="../media/image19.svg"/></Relationships>
</file>

<file path=ppt/diagrams/_rels/drawing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38B00C5-21E6-4D59-996E-F8D99618F8D7}"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C42215A0-E240-4FE2-B886-3E673E015C18}">
      <dgm:prSet custT="1"/>
      <dgm:spPr/>
      <dgm:t>
        <a:bodyPr/>
        <a:lstStyle/>
        <a:p>
          <a:pPr>
            <a:lnSpc>
              <a:spcPct val="100000"/>
            </a:lnSpc>
          </a:pPr>
          <a:r>
            <a:rPr lang="en-US" sz="1800">
              <a:latin typeface="Times New Roman" panose="02020603050405020304" pitchFamily="18" charset="0"/>
              <a:cs typeface="Times New Roman" panose="02020603050405020304" pitchFamily="18" charset="0"/>
            </a:rPr>
            <a:t>A</a:t>
          </a:r>
          <a:r>
            <a:rPr lang="en-US" sz="1800" b="0" i="0" baseline="0">
              <a:latin typeface="Times New Roman" panose="02020603050405020304" pitchFamily="18" charset="0"/>
              <a:cs typeface="Times New Roman" panose="02020603050405020304" pitchFamily="18" charset="0"/>
            </a:rPr>
            <a:t> system as an isolated collection of hardware and software. </a:t>
          </a:r>
          <a:endParaRPr lang="en-US" sz="1800">
            <a:latin typeface="Times New Roman" panose="02020603050405020304" pitchFamily="18" charset="0"/>
            <a:cs typeface="Times New Roman" panose="02020603050405020304" pitchFamily="18" charset="0"/>
          </a:endParaRPr>
        </a:p>
      </dgm:t>
    </dgm:pt>
    <dgm:pt modelId="{F047A24A-0B4D-458E-8B9F-D8907DB36E65}" type="parTrans" cxnId="{2F99C852-2138-4940-881E-69DCCD77480A}">
      <dgm:prSet/>
      <dgm:spPr/>
      <dgm:t>
        <a:bodyPr/>
        <a:lstStyle/>
        <a:p>
          <a:endParaRPr lang="en-US" sz="1800">
            <a:latin typeface="Times New Roman" panose="02020603050405020304" pitchFamily="18" charset="0"/>
            <a:cs typeface="Times New Roman" panose="02020603050405020304" pitchFamily="18" charset="0"/>
          </a:endParaRPr>
        </a:p>
      </dgm:t>
    </dgm:pt>
    <dgm:pt modelId="{2BFD2F88-F764-4052-A4DD-C562692BDB07}" type="sibTrans" cxnId="{2F99C852-2138-4940-881E-69DCCD77480A}">
      <dgm:prSet/>
      <dgm:spPr/>
      <dgm:t>
        <a:bodyPr/>
        <a:lstStyle/>
        <a:p>
          <a:endParaRPr lang="en-US" sz="1800">
            <a:latin typeface="Times New Roman" panose="02020603050405020304" pitchFamily="18" charset="0"/>
            <a:cs typeface="Times New Roman" panose="02020603050405020304" pitchFamily="18" charset="0"/>
          </a:endParaRPr>
        </a:p>
      </dgm:t>
    </dgm:pt>
    <dgm:pt modelId="{0EB33BED-CDE1-4BE8-A147-DB63E0C7BE0E}">
      <dgm:prSet custT="1"/>
      <dgm:spPr/>
      <dgm:t>
        <a:bodyPr/>
        <a:lstStyle/>
        <a:p>
          <a:pPr>
            <a:lnSpc>
              <a:spcPct val="100000"/>
            </a:lnSpc>
          </a:pPr>
          <a:r>
            <a:rPr lang="en-US" sz="1800" b="0" i="0" baseline="0">
              <a:latin typeface="Times New Roman" panose="02020603050405020304" pitchFamily="18" charset="0"/>
              <a:cs typeface="Times New Roman" panose="02020603050405020304" pitchFamily="18" charset="0"/>
            </a:rPr>
            <a:t>In practice, modern systems are often linked to other systems by networks </a:t>
          </a:r>
          <a:endParaRPr lang="en-US" sz="1800">
            <a:latin typeface="Times New Roman" panose="02020603050405020304" pitchFamily="18" charset="0"/>
            <a:cs typeface="Times New Roman" panose="02020603050405020304" pitchFamily="18" charset="0"/>
          </a:endParaRPr>
        </a:p>
      </dgm:t>
    </dgm:pt>
    <dgm:pt modelId="{8915C0BE-6628-427F-A29F-6DE9CEB9E563}" type="parTrans" cxnId="{8BE2FC48-9BFE-4531-AEC2-7B86BAACA041}">
      <dgm:prSet/>
      <dgm:spPr/>
      <dgm:t>
        <a:bodyPr/>
        <a:lstStyle/>
        <a:p>
          <a:endParaRPr lang="en-US" sz="1800">
            <a:latin typeface="Times New Roman" panose="02020603050405020304" pitchFamily="18" charset="0"/>
            <a:cs typeface="Times New Roman" panose="02020603050405020304" pitchFamily="18" charset="0"/>
          </a:endParaRPr>
        </a:p>
      </dgm:t>
    </dgm:pt>
    <dgm:pt modelId="{C55C207D-29B9-4299-9D15-3777F084C913}" type="sibTrans" cxnId="{8BE2FC48-9BFE-4531-AEC2-7B86BAACA041}">
      <dgm:prSet/>
      <dgm:spPr/>
      <dgm:t>
        <a:bodyPr/>
        <a:lstStyle/>
        <a:p>
          <a:endParaRPr lang="en-US" sz="1800">
            <a:latin typeface="Times New Roman" panose="02020603050405020304" pitchFamily="18" charset="0"/>
            <a:cs typeface="Times New Roman" panose="02020603050405020304" pitchFamily="18" charset="0"/>
          </a:endParaRPr>
        </a:p>
      </dgm:t>
    </dgm:pt>
    <dgm:pt modelId="{1FCB5284-F20C-4CF8-B375-68889F09FF22}">
      <dgm:prSet custT="1"/>
      <dgm:spPr/>
      <dgm:t>
        <a:bodyPr/>
        <a:lstStyle/>
        <a:p>
          <a:pPr>
            <a:lnSpc>
              <a:spcPct val="100000"/>
            </a:lnSpc>
          </a:pPr>
          <a:r>
            <a:rPr lang="en-US" sz="1800" b="0" i="0" baseline="0">
              <a:latin typeface="Times New Roman" panose="02020603050405020304" pitchFamily="18" charset="0"/>
              <a:cs typeface="Times New Roman" panose="02020603050405020304" pitchFamily="18" charset="0"/>
            </a:rPr>
            <a:t>When</a:t>
          </a:r>
          <a:r>
            <a:rPr lang="en-US" sz="1800">
              <a:latin typeface="Times New Roman" panose="02020603050405020304" pitchFamily="18" charset="0"/>
              <a:cs typeface="Times New Roman" panose="02020603050405020304" pitchFamily="18" charset="0"/>
            </a:rPr>
            <a:t> </a:t>
          </a:r>
          <a:r>
            <a:rPr lang="en-US" sz="1800" b="0" i="0" baseline="0">
              <a:latin typeface="Times New Roman" panose="02020603050405020304" pitchFamily="18" charset="0"/>
              <a:cs typeface="Times New Roman" panose="02020603050405020304" pitchFamily="18" charset="0"/>
            </a:rPr>
            <a:t>the system copies a sequence of bytes from main memory to the network adapter,</a:t>
          </a:r>
          <a:endParaRPr lang="en-US" sz="1800">
            <a:latin typeface="Times New Roman" panose="02020603050405020304" pitchFamily="18" charset="0"/>
            <a:cs typeface="Times New Roman" panose="02020603050405020304" pitchFamily="18" charset="0"/>
          </a:endParaRPr>
        </a:p>
      </dgm:t>
    </dgm:pt>
    <dgm:pt modelId="{03471437-DADB-4F26-BC81-DD9B10CEE3B1}" type="parTrans" cxnId="{A685ECE0-0369-4AE3-B497-A86DC70BF855}">
      <dgm:prSet/>
      <dgm:spPr/>
      <dgm:t>
        <a:bodyPr/>
        <a:lstStyle/>
        <a:p>
          <a:endParaRPr lang="en-US" sz="1800">
            <a:latin typeface="Times New Roman" panose="02020603050405020304" pitchFamily="18" charset="0"/>
            <a:cs typeface="Times New Roman" panose="02020603050405020304" pitchFamily="18" charset="0"/>
          </a:endParaRPr>
        </a:p>
      </dgm:t>
    </dgm:pt>
    <dgm:pt modelId="{2330E64D-9083-40D5-AA92-92E6302668E4}" type="sibTrans" cxnId="{A685ECE0-0369-4AE3-B497-A86DC70BF855}">
      <dgm:prSet/>
      <dgm:spPr/>
      <dgm:t>
        <a:bodyPr/>
        <a:lstStyle/>
        <a:p>
          <a:endParaRPr lang="en-US" sz="1800">
            <a:latin typeface="Times New Roman" panose="02020603050405020304" pitchFamily="18" charset="0"/>
            <a:cs typeface="Times New Roman" panose="02020603050405020304" pitchFamily="18" charset="0"/>
          </a:endParaRPr>
        </a:p>
      </dgm:t>
    </dgm:pt>
    <dgm:pt modelId="{2DFDEAB1-B2D7-45B6-9BFA-29B79F35CED6}">
      <dgm:prSet custT="1"/>
      <dgm:spPr/>
      <dgm:t>
        <a:bodyPr/>
        <a:lstStyle/>
        <a:p>
          <a:pPr>
            <a:lnSpc>
              <a:spcPct val="100000"/>
            </a:lnSpc>
          </a:pPr>
          <a:r>
            <a:rPr lang="en-US" sz="1800">
              <a:latin typeface="Times New Roman" panose="02020603050405020304" pitchFamily="18" charset="0"/>
              <a:cs typeface="Times New Roman" panose="02020603050405020304" pitchFamily="18" charset="0"/>
            </a:rPr>
            <a:t>T</a:t>
          </a:r>
          <a:r>
            <a:rPr lang="en-US" sz="1800" b="0" i="0" baseline="0">
              <a:latin typeface="Times New Roman" panose="02020603050405020304" pitchFamily="18" charset="0"/>
              <a:cs typeface="Times New Roman" panose="02020603050405020304" pitchFamily="18" charset="0"/>
            </a:rPr>
            <a:t>he data flow across the network to another machine, instead of, say, to a local disk drive.</a:t>
          </a:r>
          <a:endParaRPr lang="en-US" sz="1800">
            <a:latin typeface="Times New Roman" panose="02020603050405020304" pitchFamily="18" charset="0"/>
            <a:cs typeface="Times New Roman" panose="02020603050405020304" pitchFamily="18" charset="0"/>
          </a:endParaRPr>
        </a:p>
      </dgm:t>
    </dgm:pt>
    <dgm:pt modelId="{023C133F-FF12-4825-AA07-3CB22925F462}" type="parTrans" cxnId="{EE42501B-A864-4C06-A08B-56E6272F2D49}">
      <dgm:prSet/>
      <dgm:spPr/>
      <dgm:t>
        <a:bodyPr/>
        <a:lstStyle/>
        <a:p>
          <a:endParaRPr lang="en-US" sz="1800">
            <a:latin typeface="Times New Roman" panose="02020603050405020304" pitchFamily="18" charset="0"/>
            <a:cs typeface="Times New Roman" panose="02020603050405020304" pitchFamily="18" charset="0"/>
          </a:endParaRPr>
        </a:p>
      </dgm:t>
    </dgm:pt>
    <dgm:pt modelId="{2AD2D7F7-54F1-4819-9DF6-9770A6E648E1}" type="sibTrans" cxnId="{EE42501B-A864-4C06-A08B-56E6272F2D49}">
      <dgm:prSet/>
      <dgm:spPr/>
      <dgm:t>
        <a:bodyPr/>
        <a:lstStyle/>
        <a:p>
          <a:endParaRPr lang="en-US" sz="1800">
            <a:latin typeface="Times New Roman" panose="02020603050405020304" pitchFamily="18" charset="0"/>
            <a:cs typeface="Times New Roman" panose="02020603050405020304" pitchFamily="18" charset="0"/>
          </a:endParaRPr>
        </a:p>
      </dgm:t>
    </dgm:pt>
    <dgm:pt modelId="{56575879-E563-4C7C-8F8F-36F33DE06944}">
      <dgm:prSet custT="1"/>
      <dgm:spPr/>
      <dgm:t>
        <a:bodyPr/>
        <a:lstStyle/>
        <a:p>
          <a:pPr>
            <a:lnSpc>
              <a:spcPct val="100000"/>
            </a:lnSpc>
          </a:pPr>
          <a:r>
            <a:rPr lang="en-US" sz="1800" b="0" i="0" baseline="0">
              <a:latin typeface="Times New Roman" panose="02020603050405020304" pitchFamily="18" charset="0"/>
              <a:cs typeface="Times New Roman" panose="02020603050405020304" pitchFamily="18" charset="0"/>
            </a:rPr>
            <a:t>Similarly, the system can read data sent from other machines and copy these data to its main memory.</a:t>
          </a:r>
          <a:endParaRPr lang="en-US" sz="1800">
            <a:latin typeface="Times New Roman" panose="02020603050405020304" pitchFamily="18" charset="0"/>
            <a:cs typeface="Times New Roman" panose="02020603050405020304" pitchFamily="18" charset="0"/>
          </a:endParaRPr>
        </a:p>
      </dgm:t>
    </dgm:pt>
    <dgm:pt modelId="{1EED1D11-8CDD-460F-86A2-B10ECFA70045}" type="parTrans" cxnId="{A493D611-A528-4290-9042-3D3369500BAF}">
      <dgm:prSet/>
      <dgm:spPr/>
      <dgm:t>
        <a:bodyPr/>
        <a:lstStyle/>
        <a:p>
          <a:endParaRPr lang="en-US" sz="1800">
            <a:latin typeface="Times New Roman" panose="02020603050405020304" pitchFamily="18" charset="0"/>
            <a:cs typeface="Times New Roman" panose="02020603050405020304" pitchFamily="18" charset="0"/>
          </a:endParaRPr>
        </a:p>
      </dgm:t>
    </dgm:pt>
    <dgm:pt modelId="{7ABE83E1-B4C6-47BE-87EB-A39819F391D5}" type="sibTrans" cxnId="{A493D611-A528-4290-9042-3D3369500BAF}">
      <dgm:prSet/>
      <dgm:spPr/>
      <dgm:t>
        <a:bodyPr/>
        <a:lstStyle/>
        <a:p>
          <a:endParaRPr lang="en-US" sz="1800">
            <a:latin typeface="Times New Roman" panose="02020603050405020304" pitchFamily="18" charset="0"/>
            <a:cs typeface="Times New Roman" panose="02020603050405020304" pitchFamily="18" charset="0"/>
          </a:endParaRPr>
        </a:p>
      </dgm:t>
    </dgm:pt>
    <dgm:pt modelId="{9E0A2D4E-4CD0-431A-8812-C0C796C5F663}">
      <dgm:prSet custT="1"/>
      <dgm:spPr/>
      <dgm:t>
        <a:bodyPr/>
        <a:lstStyle/>
        <a:p>
          <a:pPr>
            <a:lnSpc>
              <a:spcPct val="100000"/>
            </a:lnSpc>
          </a:pPr>
          <a:r>
            <a:rPr lang="en-US" sz="1800" b="0" i="0" baseline="0">
              <a:latin typeface="Times New Roman" panose="02020603050405020304" pitchFamily="18" charset="0"/>
              <a:cs typeface="Times New Roman" panose="02020603050405020304" pitchFamily="18" charset="0"/>
            </a:rPr>
            <a:t>For example, applications such as email, instant messaging, the Worldwide Web, FTP, and telnet are all based on the ability to copy information over a network.</a:t>
          </a:r>
          <a:endParaRPr lang="en-US" sz="1800">
            <a:latin typeface="Times New Roman" panose="02020603050405020304" pitchFamily="18" charset="0"/>
            <a:cs typeface="Times New Roman" panose="02020603050405020304" pitchFamily="18" charset="0"/>
          </a:endParaRPr>
        </a:p>
      </dgm:t>
    </dgm:pt>
    <dgm:pt modelId="{A4468C89-A7AF-452E-B532-6F2CB6D775B4}" type="parTrans" cxnId="{0620100A-6497-4B14-903F-FE47AA183D00}">
      <dgm:prSet/>
      <dgm:spPr/>
      <dgm:t>
        <a:bodyPr/>
        <a:lstStyle/>
        <a:p>
          <a:endParaRPr lang="en-US" sz="1800">
            <a:latin typeface="Times New Roman" panose="02020603050405020304" pitchFamily="18" charset="0"/>
            <a:cs typeface="Times New Roman" panose="02020603050405020304" pitchFamily="18" charset="0"/>
          </a:endParaRPr>
        </a:p>
      </dgm:t>
    </dgm:pt>
    <dgm:pt modelId="{3A91E051-610E-4AD1-839D-8DCEEF5051D0}" type="sibTrans" cxnId="{0620100A-6497-4B14-903F-FE47AA183D00}">
      <dgm:prSet/>
      <dgm:spPr/>
      <dgm:t>
        <a:bodyPr/>
        <a:lstStyle/>
        <a:p>
          <a:endParaRPr lang="en-US" sz="1800">
            <a:latin typeface="Times New Roman" panose="02020603050405020304" pitchFamily="18" charset="0"/>
            <a:cs typeface="Times New Roman" panose="02020603050405020304" pitchFamily="18" charset="0"/>
          </a:endParaRPr>
        </a:p>
      </dgm:t>
    </dgm:pt>
    <dgm:pt modelId="{1C0A09BE-EEE6-4FAF-B79B-F69D0FEF8CBA}" type="pres">
      <dgm:prSet presAssocID="{338B00C5-21E6-4D59-996E-F8D99618F8D7}" presName="root" presStyleCnt="0">
        <dgm:presLayoutVars>
          <dgm:dir/>
          <dgm:resizeHandles val="exact"/>
        </dgm:presLayoutVars>
      </dgm:prSet>
      <dgm:spPr/>
    </dgm:pt>
    <dgm:pt modelId="{59625174-4976-4ABE-A25F-549DAC3E0E5D}" type="pres">
      <dgm:prSet presAssocID="{C42215A0-E240-4FE2-B886-3E673E015C18}" presName="compNode" presStyleCnt="0"/>
      <dgm:spPr/>
    </dgm:pt>
    <dgm:pt modelId="{DB3C9B16-080E-4F4F-A7C0-4C7A6C916C6F}" type="pres">
      <dgm:prSet presAssocID="{C42215A0-E240-4FE2-B886-3E673E015C18}" presName="bgRect" presStyleLbl="bgShp" presStyleIdx="0" presStyleCnt="6"/>
      <dgm:spPr/>
    </dgm:pt>
    <dgm:pt modelId="{CA8C88C1-BB3E-4EE6-AECB-0CDCE1D194AE}" type="pres">
      <dgm:prSet presAssocID="{C42215A0-E240-4FE2-B886-3E673E015C18}"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rocessor"/>
        </a:ext>
      </dgm:extLst>
    </dgm:pt>
    <dgm:pt modelId="{CA12AD36-0237-444B-B40E-6A04A2BF4846}" type="pres">
      <dgm:prSet presAssocID="{C42215A0-E240-4FE2-B886-3E673E015C18}" presName="spaceRect" presStyleCnt="0"/>
      <dgm:spPr/>
    </dgm:pt>
    <dgm:pt modelId="{0DF12651-B8B8-40ED-91F5-56F25F04B85D}" type="pres">
      <dgm:prSet presAssocID="{C42215A0-E240-4FE2-B886-3E673E015C18}" presName="parTx" presStyleLbl="revTx" presStyleIdx="0" presStyleCnt="6">
        <dgm:presLayoutVars>
          <dgm:chMax val="0"/>
          <dgm:chPref val="0"/>
        </dgm:presLayoutVars>
      </dgm:prSet>
      <dgm:spPr/>
    </dgm:pt>
    <dgm:pt modelId="{059ADD5C-C849-4B7C-8472-102A2A794711}" type="pres">
      <dgm:prSet presAssocID="{2BFD2F88-F764-4052-A4DD-C562692BDB07}" presName="sibTrans" presStyleCnt="0"/>
      <dgm:spPr/>
    </dgm:pt>
    <dgm:pt modelId="{251CB791-6F9C-4274-819A-AF48057EEBEC}" type="pres">
      <dgm:prSet presAssocID="{0EB33BED-CDE1-4BE8-A147-DB63E0C7BE0E}" presName="compNode" presStyleCnt="0"/>
      <dgm:spPr/>
    </dgm:pt>
    <dgm:pt modelId="{CB08A405-7F12-4180-89C0-7565D2628251}" type="pres">
      <dgm:prSet presAssocID="{0EB33BED-CDE1-4BE8-A147-DB63E0C7BE0E}" presName="bgRect" presStyleLbl="bgShp" presStyleIdx="1" presStyleCnt="6"/>
      <dgm:spPr/>
    </dgm:pt>
    <dgm:pt modelId="{5DEA2A22-8664-43A1-82DF-A4655A0207D0}" type="pres">
      <dgm:prSet presAssocID="{0EB33BED-CDE1-4BE8-A147-DB63E0C7BE0E}"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User Network"/>
        </a:ext>
      </dgm:extLst>
    </dgm:pt>
    <dgm:pt modelId="{A41ED006-3D9F-4C1C-94C1-B014940D77D6}" type="pres">
      <dgm:prSet presAssocID="{0EB33BED-CDE1-4BE8-A147-DB63E0C7BE0E}" presName="spaceRect" presStyleCnt="0"/>
      <dgm:spPr/>
    </dgm:pt>
    <dgm:pt modelId="{5E0FC8FD-60B5-4EEE-82CB-54A482A6F89D}" type="pres">
      <dgm:prSet presAssocID="{0EB33BED-CDE1-4BE8-A147-DB63E0C7BE0E}" presName="parTx" presStyleLbl="revTx" presStyleIdx="1" presStyleCnt="6">
        <dgm:presLayoutVars>
          <dgm:chMax val="0"/>
          <dgm:chPref val="0"/>
        </dgm:presLayoutVars>
      </dgm:prSet>
      <dgm:spPr/>
    </dgm:pt>
    <dgm:pt modelId="{D177BAA2-66DE-4DAA-955A-3D2A86840DA0}" type="pres">
      <dgm:prSet presAssocID="{C55C207D-29B9-4299-9D15-3777F084C913}" presName="sibTrans" presStyleCnt="0"/>
      <dgm:spPr/>
    </dgm:pt>
    <dgm:pt modelId="{A6897039-C45F-45CC-8044-276A0C8E1AB2}" type="pres">
      <dgm:prSet presAssocID="{1FCB5284-F20C-4CF8-B375-68889F09FF22}" presName="compNode" presStyleCnt="0"/>
      <dgm:spPr/>
    </dgm:pt>
    <dgm:pt modelId="{7F669F13-B4B2-46DD-9F71-766A07719DAC}" type="pres">
      <dgm:prSet presAssocID="{1FCB5284-F20C-4CF8-B375-68889F09FF22}" presName="bgRect" presStyleLbl="bgShp" presStyleIdx="2" presStyleCnt="6"/>
      <dgm:spPr/>
    </dgm:pt>
    <dgm:pt modelId="{E4B8C2C0-3FEA-4E99-99F7-996D9A1C373E}" type="pres">
      <dgm:prSet presAssocID="{1FCB5284-F20C-4CF8-B375-68889F09FF22}"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atabase"/>
        </a:ext>
      </dgm:extLst>
    </dgm:pt>
    <dgm:pt modelId="{0B969AE6-7041-424F-8B6B-0B1033837D74}" type="pres">
      <dgm:prSet presAssocID="{1FCB5284-F20C-4CF8-B375-68889F09FF22}" presName="spaceRect" presStyleCnt="0"/>
      <dgm:spPr/>
    </dgm:pt>
    <dgm:pt modelId="{3D17CE78-DECA-4B7F-B466-A6E800C176AB}" type="pres">
      <dgm:prSet presAssocID="{1FCB5284-F20C-4CF8-B375-68889F09FF22}" presName="parTx" presStyleLbl="revTx" presStyleIdx="2" presStyleCnt="6">
        <dgm:presLayoutVars>
          <dgm:chMax val="0"/>
          <dgm:chPref val="0"/>
        </dgm:presLayoutVars>
      </dgm:prSet>
      <dgm:spPr/>
    </dgm:pt>
    <dgm:pt modelId="{93CE9F32-2079-4DAF-ADC5-EBB06CC950A5}" type="pres">
      <dgm:prSet presAssocID="{2330E64D-9083-40D5-AA92-92E6302668E4}" presName="sibTrans" presStyleCnt="0"/>
      <dgm:spPr/>
    </dgm:pt>
    <dgm:pt modelId="{BC80C7DE-9775-49F2-98B3-A553B405384F}" type="pres">
      <dgm:prSet presAssocID="{2DFDEAB1-B2D7-45B6-9BFA-29B79F35CED6}" presName="compNode" presStyleCnt="0"/>
      <dgm:spPr/>
    </dgm:pt>
    <dgm:pt modelId="{55D1AFBB-CEA1-4622-BC6E-A20791A623E5}" type="pres">
      <dgm:prSet presAssocID="{2DFDEAB1-B2D7-45B6-9BFA-29B79F35CED6}" presName="bgRect" presStyleLbl="bgShp" presStyleIdx="3" presStyleCnt="6"/>
      <dgm:spPr/>
    </dgm:pt>
    <dgm:pt modelId="{3506FA08-8095-41B3-B57E-6C79D76FCEF0}" type="pres">
      <dgm:prSet presAssocID="{2DFDEAB1-B2D7-45B6-9BFA-29B79F35CED6}"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Server"/>
        </a:ext>
      </dgm:extLst>
    </dgm:pt>
    <dgm:pt modelId="{0080DB32-9C30-4FC8-B942-6D232B0CDFFB}" type="pres">
      <dgm:prSet presAssocID="{2DFDEAB1-B2D7-45B6-9BFA-29B79F35CED6}" presName="spaceRect" presStyleCnt="0"/>
      <dgm:spPr/>
    </dgm:pt>
    <dgm:pt modelId="{4BC26243-806C-4E5D-8565-7B93720C42F1}" type="pres">
      <dgm:prSet presAssocID="{2DFDEAB1-B2D7-45B6-9BFA-29B79F35CED6}" presName="parTx" presStyleLbl="revTx" presStyleIdx="3" presStyleCnt="6">
        <dgm:presLayoutVars>
          <dgm:chMax val="0"/>
          <dgm:chPref val="0"/>
        </dgm:presLayoutVars>
      </dgm:prSet>
      <dgm:spPr/>
    </dgm:pt>
    <dgm:pt modelId="{997F24E6-570D-4D87-9AE6-A39DC1AC7892}" type="pres">
      <dgm:prSet presAssocID="{2AD2D7F7-54F1-4819-9DF6-9770A6E648E1}" presName="sibTrans" presStyleCnt="0"/>
      <dgm:spPr/>
    </dgm:pt>
    <dgm:pt modelId="{ADC3D606-4770-4751-9058-B06FB4310EE7}" type="pres">
      <dgm:prSet presAssocID="{56575879-E563-4C7C-8F8F-36F33DE06944}" presName="compNode" presStyleCnt="0"/>
      <dgm:spPr/>
    </dgm:pt>
    <dgm:pt modelId="{40794C8C-1F1F-4E90-B2A6-EAFC22E40916}" type="pres">
      <dgm:prSet presAssocID="{56575879-E563-4C7C-8F8F-36F33DE06944}" presName="bgRect" presStyleLbl="bgShp" presStyleIdx="4" presStyleCnt="6"/>
      <dgm:spPr/>
    </dgm:pt>
    <dgm:pt modelId="{B2A1B455-0434-41E5-853E-F0DD039980B7}" type="pres">
      <dgm:prSet presAssocID="{56575879-E563-4C7C-8F8F-36F33DE06944}"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Disk"/>
        </a:ext>
      </dgm:extLst>
    </dgm:pt>
    <dgm:pt modelId="{B9923AF6-B02C-4C62-8DF2-7F82A5D2403D}" type="pres">
      <dgm:prSet presAssocID="{56575879-E563-4C7C-8F8F-36F33DE06944}" presName="spaceRect" presStyleCnt="0"/>
      <dgm:spPr/>
    </dgm:pt>
    <dgm:pt modelId="{79E7498F-7267-4C6F-86EB-1B812F3FBEBD}" type="pres">
      <dgm:prSet presAssocID="{56575879-E563-4C7C-8F8F-36F33DE06944}" presName="parTx" presStyleLbl="revTx" presStyleIdx="4" presStyleCnt="6">
        <dgm:presLayoutVars>
          <dgm:chMax val="0"/>
          <dgm:chPref val="0"/>
        </dgm:presLayoutVars>
      </dgm:prSet>
      <dgm:spPr/>
    </dgm:pt>
    <dgm:pt modelId="{0297A573-A2F3-4A26-9804-F0CE82A5F1AC}" type="pres">
      <dgm:prSet presAssocID="{7ABE83E1-B4C6-47BE-87EB-A39819F391D5}" presName="sibTrans" presStyleCnt="0"/>
      <dgm:spPr/>
    </dgm:pt>
    <dgm:pt modelId="{2D9A619D-76C2-4B5E-8311-BE9E1D219717}" type="pres">
      <dgm:prSet presAssocID="{9E0A2D4E-4CD0-431A-8812-C0C796C5F663}" presName="compNode" presStyleCnt="0"/>
      <dgm:spPr/>
    </dgm:pt>
    <dgm:pt modelId="{23DE1E81-85C2-4A1D-B8B5-D44A1FFF55E3}" type="pres">
      <dgm:prSet presAssocID="{9E0A2D4E-4CD0-431A-8812-C0C796C5F663}" presName="bgRect" presStyleLbl="bgShp" presStyleIdx="5" presStyleCnt="6"/>
      <dgm:spPr/>
    </dgm:pt>
    <dgm:pt modelId="{409D8647-98F4-4263-9623-B0BABAF508A7}" type="pres">
      <dgm:prSet presAssocID="{9E0A2D4E-4CD0-431A-8812-C0C796C5F663}"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Laptop"/>
        </a:ext>
      </dgm:extLst>
    </dgm:pt>
    <dgm:pt modelId="{10C1BAA6-AE0B-4924-961F-1EBD9F694F34}" type="pres">
      <dgm:prSet presAssocID="{9E0A2D4E-4CD0-431A-8812-C0C796C5F663}" presName="spaceRect" presStyleCnt="0"/>
      <dgm:spPr/>
    </dgm:pt>
    <dgm:pt modelId="{E8384D9C-FFF4-4A83-B61D-4539C38E56BD}" type="pres">
      <dgm:prSet presAssocID="{9E0A2D4E-4CD0-431A-8812-C0C796C5F663}" presName="parTx" presStyleLbl="revTx" presStyleIdx="5" presStyleCnt="6">
        <dgm:presLayoutVars>
          <dgm:chMax val="0"/>
          <dgm:chPref val="0"/>
        </dgm:presLayoutVars>
      </dgm:prSet>
      <dgm:spPr/>
    </dgm:pt>
  </dgm:ptLst>
  <dgm:cxnLst>
    <dgm:cxn modelId="{0620100A-6497-4B14-903F-FE47AA183D00}" srcId="{338B00C5-21E6-4D59-996E-F8D99618F8D7}" destId="{9E0A2D4E-4CD0-431A-8812-C0C796C5F663}" srcOrd="5" destOrd="0" parTransId="{A4468C89-A7AF-452E-B532-6F2CB6D775B4}" sibTransId="{3A91E051-610E-4AD1-839D-8DCEEF5051D0}"/>
    <dgm:cxn modelId="{A3059010-BBED-4136-BA91-2D8BA490BAB6}" type="presOf" srcId="{338B00C5-21E6-4D59-996E-F8D99618F8D7}" destId="{1C0A09BE-EEE6-4FAF-B79B-F69D0FEF8CBA}" srcOrd="0" destOrd="0" presId="urn:microsoft.com/office/officeart/2018/2/layout/IconVerticalSolidList"/>
    <dgm:cxn modelId="{A493D611-A528-4290-9042-3D3369500BAF}" srcId="{338B00C5-21E6-4D59-996E-F8D99618F8D7}" destId="{56575879-E563-4C7C-8F8F-36F33DE06944}" srcOrd="4" destOrd="0" parTransId="{1EED1D11-8CDD-460F-86A2-B10ECFA70045}" sibTransId="{7ABE83E1-B4C6-47BE-87EB-A39819F391D5}"/>
    <dgm:cxn modelId="{EE42501B-A864-4C06-A08B-56E6272F2D49}" srcId="{338B00C5-21E6-4D59-996E-F8D99618F8D7}" destId="{2DFDEAB1-B2D7-45B6-9BFA-29B79F35CED6}" srcOrd="3" destOrd="0" parTransId="{023C133F-FF12-4825-AA07-3CB22925F462}" sibTransId="{2AD2D7F7-54F1-4819-9DF6-9770A6E648E1}"/>
    <dgm:cxn modelId="{8BE2FC48-9BFE-4531-AEC2-7B86BAACA041}" srcId="{338B00C5-21E6-4D59-996E-F8D99618F8D7}" destId="{0EB33BED-CDE1-4BE8-A147-DB63E0C7BE0E}" srcOrd="1" destOrd="0" parTransId="{8915C0BE-6628-427F-A29F-6DE9CEB9E563}" sibTransId="{C55C207D-29B9-4299-9D15-3777F084C913}"/>
    <dgm:cxn modelId="{2F99C852-2138-4940-881E-69DCCD77480A}" srcId="{338B00C5-21E6-4D59-996E-F8D99618F8D7}" destId="{C42215A0-E240-4FE2-B886-3E673E015C18}" srcOrd="0" destOrd="0" parTransId="{F047A24A-0B4D-458E-8B9F-D8907DB36E65}" sibTransId="{2BFD2F88-F764-4052-A4DD-C562692BDB07}"/>
    <dgm:cxn modelId="{2DB5B37B-138B-45B9-95AB-32CDA30869D0}" type="presOf" srcId="{0EB33BED-CDE1-4BE8-A147-DB63E0C7BE0E}" destId="{5E0FC8FD-60B5-4EEE-82CB-54A482A6F89D}" srcOrd="0" destOrd="0" presId="urn:microsoft.com/office/officeart/2018/2/layout/IconVerticalSolidList"/>
    <dgm:cxn modelId="{FEB2F799-FB26-4838-9625-61BFED017C55}" type="presOf" srcId="{C42215A0-E240-4FE2-B886-3E673E015C18}" destId="{0DF12651-B8B8-40ED-91F5-56F25F04B85D}" srcOrd="0" destOrd="0" presId="urn:microsoft.com/office/officeart/2018/2/layout/IconVerticalSolidList"/>
    <dgm:cxn modelId="{A34632AE-4038-4026-A57E-435F786861DB}" type="presOf" srcId="{2DFDEAB1-B2D7-45B6-9BFA-29B79F35CED6}" destId="{4BC26243-806C-4E5D-8565-7B93720C42F1}" srcOrd="0" destOrd="0" presId="urn:microsoft.com/office/officeart/2018/2/layout/IconVerticalSolidList"/>
    <dgm:cxn modelId="{B3BA90C7-1880-42F9-9EA3-655FF51211FA}" type="presOf" srcId="{56575879-E563-4C7C-8F8F-36F33DE06944}" destId="{79E7498F-7267-4C6F-86EB-1B812F3FBEBD}" srcOrd="0" destOrd="0" presId="urn:microsoft.com/office/officeart/2018/2/layout/IconVerticalSolidList"/>
    <dgm:cxn modelId="{A685ECE0-0369-4AE3-B497-A86DC70BF855}" srcId="{338B00C5-21E6-4D59-996E-F8D99618F8D7}" destId="{1FCB5284-F20C-4CF8-B375-68889F09FF22}" srcOrd="2" destOrd="0" parTransId="{03471437-DADB-4F26-BC81-DD9B10CEE3B1}" sibTransId="{2330E64D-9083-40D5-AA92-92E6302668E4}"/>
    <dgm:cxn modelId="{7E7C35E3-CC71-43FF-8692-692C62CE28B5}" type="presOf" srcId="{1FCB5284-F20C-4CF8-B375-68889F09FF22}" destId="{3D17CE78-DECA-4B7F-B466-A6E800C176AB}" srcOrd="0" destOrd="0" presId="urn:microsoft.com/office/officeart/2018/2/layout/IconVerticalSolidList"/>
    <dgm:cxn modelId="{DD5A1CF6-9213-45F5-A311-3BED3E0F6E50}" type="presOf" srcId="{9E0A2D4E-4CD0-431A-8812-C0C796C5F663}" destId="{E8384D9C-FFF4-4A83-B61D-4539C38E56BD}" srcOrd="0" destOrd="0" presId="urn:microsoft.com/office/officeart/2018/2/layout/IconVerticalSolidList"/>
    <dgm:cxn modelId="{3854E168-2D8B-43A5-A9F6-4404FDDF8740}" type="presParOf" srcId="{1C0A09BE-EEE6-4FAF-B79B-F69D0FEF8CBA}" destId="{59625174-4976-4ABE-A25F-549DAC3E0E5D}" srcOrd="0" destOrd="0" presId="urn:microsoft.com/office/officeart/2018/2/layout/IconVerticalSolidList"/>
    <dgm:cxn modelId="{42FB23DC-C363-4FD9-9C33-FC7D1AB4AC44}" type="presParOf" srcId="{59625174-4976-4ABE-A25F-549DAC3E0E5D}" destId="{DB3C9B16-080E-4F4F-A7C0-4C7A6C916C6F}" srcOrd="0" destOrd="0" presId="urn:microsoft.com/office/officeart/2018/2/layout/IconVerticalSolidList"/>
    <dgm:cxn modelId="{E8BBD0E9-8AFA-4FA3-9854-39E567B35CC3}" type="presParOf" srcId="{59625174-4976-4ABE-A25F-549DAC3E0E5D}" destId="{CA8C88C1-BB3E-4EE6-AECB-0CDCE1D194AE}" srcOrd="1" destOrd="0" presId="urn:microsoft.com/office/officeart/2018/2/layout/IconVerticalSolidList"/>
    <dgm:cxn modelId="{2BF2F521-4628-48FD-85D1-B743ECC7BEB0}" type="presParOf" srcId="{59625174-4976-4ABE-A25F-549DAC3E0E5D}" destId="{CA12AD36-0237-444B-B40E-6A04A2BF4846}" srcOrd="2" destOrd="0" presId="urn:microsoft.com/office/officeart/2018/2/layout/IconVerticalSolidList"/>
    <dgm:cxn modelId="{DD620E01-B1CA-417B-9318-51147269EEEE}" type="presParOf" srcId="{59625174-4976-4ABE-A25F-549DAC3E0E5D}" destId="{0DF12651-B8B8-40ED-91F5-56F25F04B85D}" srcOrd="3" destOrd="0" presId="urn:microsoft.com/office/officeart/2018/2/layout/IconVerticalSolidList"/>
    <dgm:cxn modelId="{88F61E38-5019-4A5B-A799-C6F9FBBCC33D}" type="presParOf" srcId="{1C0A09BE-EEE6-4FAF-B79B-F69D0FEF8CBA}" destId="{059ADD5C-C849-4B7C-8472-102A2A794711}" srcOrd="1" destOrd="0" presId="urn:microsoft.com/office/officeart/2018/2/layout/IconVerticalSolidList"/>
    <dgm:cxn modelId="{FDF89653-E5D8-4B83-9FF9-435DEB58A742}" type="presParOf" srcId="{1C0A09BE-EEE6-4FAF-B79B-F69D0FEF8CBA}" destId="{251CB791-6F9C-4274-819A-AF48057EEBEC}" srcOrd="2" destOrd="0" presId="urn:microsoft.com/office/officeart/2018/2/layout/IconVerticalSolidList"/>
    <dgm:cxn modelId="{DC3F637D-2A09-47C6-B359-B02E09B46CDC}" type="presParOf" srcId="{251CB791-6F9C-4274-819A-AF48057EEBEC}" destId="{CB08A405-7F12-4180-89C0-7565D2628251}" srcOrd="0" destOrd="0" presId="urn:microsoft.com/office/officeart/2018/2/layout/IconVerticalSolidList"/>
    <dgm:cxn modelId="{E4E658FD-FA13-4C44-BE21-DC38A508798E}" type="presParOf" srcId="{251CB791-6F9C-4274-819A-AF48057EEBEC}" destId="{5DEA2A22-8664-43A1-82DF-A4655A0207D0}" srcOrd="1" destOrd="0" presId="urn:microsoft.com/office/officeart/2018/2/layout/IconVerticalSolidList"/>
    <dgm:cxn modelId="{B5B8804B-DB2D-4A44-89DC-147F8A7953B9}" type="presParOf" srcId="{251CB791-6F9C-4274-819A-AF48057EEBEC}" destId="{A41ED006-3D9F-4C1C-94C1-B014940D77D6}" srcOrd="2" destOrd="0" presId="urn:microsoft.com/office/officeart/2018/2/layout/IconVerticalSolidList"/>
    <dgm:cxn modelId="{7B2B0E0B-8628-454D-BAF7-2A87BDFDD05E}" type="presParOf" srcId="{251CB791-6F9C-4274-819A-AF48057EEBEC}" destId="{5E0FC8FD-60B5-4EEE-82CB-54A482A6F89D}" srcOrd="3" destOrd="0" presId="urn:microsoft.com/office/officeart/2018/2/layout/IconVerticalSolidList"/>
    <dgm:cxn modelId="{27408C66-1076-4656-A6D2-5B73BE8F53FF}" type="presParOf" srcId="{1C0A09BE-EEE6-4FAF-B79B-F69D0FEF8CBA}" destId="{D177BAA2-66DE-4DAA-955A-3D2A86840DA0}" srcOrd="3" destOrd="0" presId="urn:microsoft.com/office/officeart/2018/2/layout/IconVerticalSolidList"/>
    <dgm:cxn modelId="{E9C0FE97-716E-4620-A5D4-2E86634A2E3A}" type="presParOf" srcId="{1C0A09BE-EEE6-4FAF-B79B-F69D0FEF8CBA}" destId="{A6897039-C45F-45CC-8044-276A0C8E1AB2}" srcOrd="4" destOrd="0" presId="urn:microsoft.com/office/officeart/2018/2/layout/IconVerticalSolidList"/>
    <dgm:cxn modelId="{24C3867D-33F7-4704-84C6-6414ACCECDAD}" type="presParOf" srcId="{A6897039-C45F-45CC-8044-276A0C8E1AB2}" destId="{7F669F13-B4B2-46DD-9F71-766A07719DAC}" srcOrd="0" destOrd="0" presId="urn:microsoft.com/office/officeart/2018/2/layout/IconVerticalSolidList"/>
    <dgm:cxn modelId="{62818F43-A9F6-4EF6-8740-19752E5D1FC1}" type="presParOf" srcId="{A6897039-C45F-45CC-8044-276A0C8E1AB2}" destId="{E4B8C2C0-3FEA-4E99-99F7-996D9A1C373E}" srcOrd="1" destOrd="0" presId="urn:microsoft.com/office/officeart/2018/2/layout/IconVerticalSolidList"/>
    <dgm:cxn modelId="{6275E727-753A-4E05-B29F-4742FD92A259}" type="presParOf" srcId="{A6897039-C45F-45CC-8044-276A0C8E1AB2}" destId="{0B969AE6-7041-424F-8B6B-0B1033837D74}" srcOrd="2" destOrd="0" presId="urn:microsoft.com/office/officeart/2018/2/layout/IconVerticalSolidList"/>
    <dgm:cxn modelId="{6B896B2F-727D-4173-BBFB-61BC05EDDD12}" type="presParOf" srcId="{A6897039-C45F-45CC-8044-276A0C8E1AB2}" destId="{3D17CE78-DECA-4B7F-B466-A6E800C176AB}" srcOrd="3" destOrd="0" presId="urn:microsoft.com/office/officeart/2018/2/layout/IconVerticalSolidList"/>
    <dgm:cxn modelId="{6D7B2CC3-CCEA-4725-8153-11BFD11F899F}" type="presParOf" srcId="{1C0A09BE-EEE6-4FAF-B79B-F69D0FEF8CBA}" destId="{93CE9F32-2079-4DAF-ADC5-EBB06CC950A5}" srcOrd="5" destOrd="0" presId="urn:microsoft.com/office/officeart/2018/2/layout/IconVerticalSolidList"/>
    <dgm:cxn modelId="{7F35D28E-544D-4ACC-98B9-3841D286E98D}" type="presParOf" srcId="{1C0A09BE-EEE6-4FAF-B79B-F69D0FEF8CBA}" destId="{BC80C7DE-9775-49F2-98B3-A553B405384F}" srcOrd="6" destOrd="0" presId="urn:microsoft.com/office/officeart/2018/2/layout/IconVerticalSolidList"/>
    <dgm:cxn modelId="{658B084B-D667-4E04-B202-802925593982}" type="presParOf" srcId="{BC80C7DE-9775-49F2-98B3-A553B405384F}" destId="{55D1AFBB-CEA1-4622-BC6E-A20791A623E5}" srcOrd="0" destOrd="0" presId="urn:microsoft.com/office/officeart/2018/2/layout/IconVerticalSolidList"/>
    <dgm:cxn modelId="{5DAE9578-AE9F-4DC0-8584-055A17B25FC9}" type="presParOf" srcId="{BC80C7DE-9775-49F2-98B3-A553B405384F}" destId="{3506FA08-8095-41B3-B57E-6C79D76FCEF0}" srcOrd="1" destOrd="0" presId="urn:microsoft.com/office/officeart/2018/2/layout/IconVerticalSolidList"/>
    <dgm:cxn modelId="{860AC034-C5E5-4C9D-B883-457A874F19DC}" type="presParOf" srcId="{BC80C7DE-9775-49F2-98B3-A553B405384F}" destId="{0080DB32-9C30-4FC8-B942-6D232B0CDFFB}" srcOrd="2" destOrd="0" presId="urn:microsoft.com/office/officeart/2018/2/layout/IconVerticalSolidList"/>
    <dgm:cxn modelId="{9A2AC941-C20C-414C-88C4-860190E8CB42}" type="presParOf" srcId="{BC80C7DE-9775-49F2-98B3-A553B405384F}" destId="{4BC26243-806C-4E5D-8565-7B93720C42F1}" srcOrd="3" destOrd="0" presId="urn:microsoft.com/office/officeart/2018/2/layout/IconVerticalSolidList"/>
    <dgm:cxn modelId="{1A7C7F92-E922-4A13-9C5B-0DCB658A5AD9}" type="presParOf" srcId="{1C0A09BE-EEE6-4FAF-B79B-F69D0FEF8CBA}" destId="{997F24E6-570D-4D87-9AE6-A39DC1AC7892}" srcOrd="7" destOrd="0" presId="urn:microsoft.com/office/officeart/2018/2/layout/IconVerticalSolidList"/>
    <dgm:cxn modelId="{4FD05CC3-92AC-4C6B-BAD6-CEB936B86165}" type="presParOf" srcId="{1C0A09BE-EEE6-4FAF-B79B-F69D0FEF8CBA}" destId="{ADC3D606-4770-4751-9058-B06FB4310EE7}" srcOrd="8" destOrd="0" presId="urn:microsoft.com/office/officeart/2018/2/layout/IconVerticalSolidList"/>
    <dgm:cxn modelId="{D3186C4F-D9D8-4608-AB4A-30CEC590E773}" type="presParOf" srcId="{ADC3D606-4770-4751-9058-B06FB4310EE7}" destId="{40794C8C-1F1F-4E90-B2A6-EAFC22E40916}" srcOrd="0" destOrd="0" presId="urn:microsoft.com/office/officeart/2018/2/layout/IconVerticalSolidList"/>
    <dgm:cxn modelId="{B1BADAF9-1056-4791-AB4A-C285ED8CFFB0}" type="presParOf" srcId="{ADC3D606-4770-4751-9058-B06FB4310EE7}" destId="{B2A1B455-0434-41E5-853E-F0DD039980B7}" srcOrd="1" destOrd="0" presId="urn:microsoft.com/office/officeart/2018/2/layout/IconVerticalSolidList"/>
    <dgm:cxn modelId="{4DF84968-125C-41AD-8818-C02ABF91476D}" type="presParOf" srcId="{ADC3D606-4770-4751-9058-B06FB4310EE7}" destId="{B9923AF6-B02C-4C62-8DF2-7F82A5D2403D}" srcOrd="2" destOrd="0" presId="urn:microsoft.com/office/officeart/2018/2/layout/IconVerticalSolidList"/>
    <dgm:cxn modelId="{82410493-E6C5-44D6-82AE-586ACBD525DF}" type="presParOf" srcId="{ADC3D606-4770-4751-9058-B06FB4310EE7}" destId="{79E7498F-7267-4C6F-86EB-1B812F3FBEBD}" srcOrd="3" destOrd="0" presId="urn:microsoft.com/office/officeart/2018/2/layout/IconVerticalSolidList"/>
    <dgm:cxn modelId="{3D752C07-36D2-4709-A26E-E39A9BF68D6A}" type="presParOf" srcId="{1C0A09BE-EEE6-4FAF-B79B-F69D0FEF8CBA}" destId="{0297A573-A2F3-4A26-9804-F0CE82A5F1AC}" srcOrd="9" destOrd="0" presId="urn:microsoft.com/office/officeart/2018/2/layout/IconVerticalSolidList"/>
    <dgm:cxn modelId="{81A5EAE6-7F65-42E0-BE8B-0EDF7CB5A5DA}" type="presParOf" srcId="{1C0A09BE-EEE6-4FAF-B79B-F69D0FEF8CBA}" destId="{2D9A619D-76C2-4B5E-8311-BE9E1D219717}" srcOrd="10" destOrd="0" presId="urn:microsoft.com/office/officeart/2018/2/layout/IconVerticalSolidList"/>
    <dgm:cxn modelId="{51AB42AE-32C9-4839-8158-46D39A156487}" type="presParOf" srcId="{2D9A619D-76C2-4B5E-8311-BE9E1D219717}" destId="{23DE1E81-85C2-4A1D-B8B5-D44A1FFF55E3}" srcOrd="0" destOrd="0" presId="urn:microsoft.com/office/officeart/2018/2/layout/IconVerticalSolidList"/>
    <dgm:cxn modelId="{CA0EDF36-8BA8-45EF-A8DA-D1073E0F6103}" type="presParOf" srcId="{2D9A619D-76C2-4B5E-8311-BE9E1D219717}" destId="{409D8647-98F4-4263-9623-B0BABAF508A7}" srcOrd="1" destOrd="0" presId="urn:microsoft.com/office/officeart/2018/2/layout/IconVerticalSolidList"/>
    <dgm:cxn modelId="{9E5C2A96-3799-44E6-B713-522F7206FEF7}" type="presParOf" srcId="{2D9A619D-76C2-4B5E-8311-BE9E1D219717}" destId="{10C1BAA6-AE0B-4924-961F-1EBD9F694F34}" srcOrd="2" destOrd="0" presId="urn:microsoft.com/office/officeart/2018/2/layout/IconVerticalSolidList"/>
    <dgm:cxn modelId="{3817C649-78FD-4ADD-BF8D-714D44175888}" type="presParOf" srcId="{2D9A619D-76C2-4B5E-8311-BE9E1D219717}" destId="{E8384D9C-FFF4-4A83-B61D-4539C38E56B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5233F82-BFC7-406E-BB80-1C45DDDD8647}"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9EEF951C-2A49-4D08-9FE2-C417381994F2}">
      <dgm:prSet/>
      <dgm:spPr/>
      <dgm:t>
        <a:bodyPr/>
        <a:lstStyle/>
        <a:p>
          <a:pPr>
            <a:lnSpc>
              <a:spcPct val="100000"/>
            </a:lnSpc>
          </a:pPr>
          <a:r>
            <a:rPr lang="en-US" b="0" i="0" baseline="0"/>
            <a:t>consider the case where a part of the system that initially consumed 60% of the time (</a:t>
          </a:r>
          <a:r>
            <a:rPr lang="en-US" b="0" i="1" baseline="0"/>
            <a:t>α </a:t>
          </a:r>
          <a:r>
            <a:rPr lang="en-US" b="0" i="0" baseline="0"/>
            <a:t>= 0</a:t>
          </a:r>
          <a:r>
            <a:rPr lang="en-US" b="0" i="1" baseline="0"/>
            <a:t>.</a:t>
          </a:r>
          <a:r>
            <a:rPr lang="en-US" b="0" i="0" baseline="0"/>
            <a:t>6) is sped up by a factor of 3 (</a:t>
          </a:r>
          <a:r>
            <a:rPr lang="en-US" b="0" i="1" baseline="0"/>
            <a:t>k </a:t>
          </a:r>
          <a:r>
            <a:rPr lang="en-US" b="0" i="0" baseline="0"/>
            <a:t>= 3).</a:t>
          </a:r>
          <a:endParaRPr lang="en-US"/>
        </a:p>
      </dgm:t>
    </dgm:pt>
    <dgm:pt modelId="{4DE7DC00-48CA-452C-AF6F-AE41BEB79BFB}" type="parTrans" cxnId="{C2DF1378-F705-499A-BE94-C483EEDBE283}">
      <dgm:prSet/>
      <dgm:spPr/>
      <dgm:t>
        <a:bodyPr/>
        <a:lstStyle/>
        <a:p>
          <a:endParaRPr lang="en-US"/>
        </a:p>
      </dgm:t>
    </dgm:pt>
    <dgm:pt modelId="{6577DBB6-C48D-4361-B2DB-40A8E62D7F16}" type="sibTrans" cxnId="{C2DF1378-F705-499A-BE94-C483EEDBE283}">
      <dgm:prSet/>
      <dgm:spPr/>
      <dgm:t>
        <a:bodyPr/>
        <a:lstStyle/>
        <a:p>
          <a:endParaRPr lang="en-US"/>
        </a:p>
      </dgm:t>
    </dgm:pt>
    <dgm:pt modelId="{CAB605D2-DE15-4009-8CF5-2081D4DFEEA8}">
      <dgm:prSet/>
      <dgm:spPr/>
      <dgm:t>
        <a:bodyPr/>
        <a:lstStyle/>
        <a:p>
          <a:pPr>
            <a:lnSpc>
              <a:spcPct val="100000"/>
            </a:lnSpc>
          </a:pPr>
          <a:r>
            <a:rPr lang="en-US"/>
            <a:t>How Much Performance is improved</a:t>
          </a:r>
          <a:r>
            <a:rPr lang="en-US" b="0" i="0" baseline="0"/>
            <a:t>.</a:t>
          </a:r>
          <a:endParaRPr lang="en-US"/>
        </a:p>
      </dgm:t>
    </dgm:pt>
    <dgm:pt modelId="{167F6EBD-D2E7-46F7-8901-7258D0757811}" type="parTrans" cxnId="{A0F6647A-38DA-46C6-A939-0A4EB5C28DAC}">
      <dgm:prSet/>
      <dgm:spPr/>
      <dgm:t>
        <a:bodyPr/>
        <a:lstStyle/>
        <a:p>
          <a:endParaRPr lang="en-US"/>
        </a:p>
      </dgm:t>
    </dgm:pt>
    <dgm:pt modelId="{AB473507-5546-48E0-AB2A-F08D90DCE81A}" type="sibTrans" cxnId="{A0F6647A-38DA-46C6-A939-0A4EB5C28DAC}">
      <dgm:prSet/>
      <dgm:spPr/>
      <dgm:t>
        <a:bodyPr/>
        <a:lstStyle/>
        <a:p>
          <a:endParaRPr lang="en-US"/>
        </a:p>
      </dgm:t>
    </dgm:pt>
    <dgm:pt modelId="{CA1754E9-8AEA-4844-87F3-6086EE1AEA6B}" type="pres">
      <dgm:prSet presAssocID="{95233F82-BFC7-406E-BB80-1C45DDDD8647}" presName="root" presStyleCnt="0">
        <dgm:presLayoutVars>
          <dgm:dir/>
          <dgm:resizeHandles val="exact"/>
        </dgm:presLayoutVars>
      </dgm:prSet>
      <dgm:spPr/>
    </dgm:pt>
    <dgm:pt modelId="{C010516C-1D09-47C2-924F-02817ECC0A89}" type="pres">
      <dgm:prSet presAssocID="{9EEF951C-2A49-4D08-9FE2-C417381994F2}" presName="compNode" presStyleCnt="0"/>
      <dgm:spPr/>
    </dgm:pt>
    <dgm:pt modelId="{FDAB30D4-735E-4B4F-9B06-547164479487}" type="pres">
      <dgm:prSet presAssocID="{9EEF951C-2A49-4D08-9FE2-C417381994F2}" presName="bgRect" presStyleLbl="bgShp" presStyleIdx="0" presStyleCnt="2"/>
      <dgm:spPr/>
    </dgm:pt>
    <dgm:pt modelId="{8942A89E-B1DB-4E63-99C5-B14A6165AA14}" type="pres">
      <dgm:prSet presAssocID="{9EEF951C-2A49-4D08-9FE2-C417381994F2}"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peed Bump"/>
        </a:ext>
      </dgm:extLst>
    </dgm:pt>
    <dgm:pt modelId="{15653958-55FC-41AD-84BD-CF04493B0B7A}" type="pres">
      <dgm:prSet presAssocID="{9EEF951C-2A49-4D08-9FE2-C417381994F2}" presName="spaceRect" presStyleCnt="0"/>
      <dgm:spPr/>
    </dgm:pt>
    <dgm:pt modelId="{567F12C2-6FC3-4E1B-8CCB-E9E9F9180670}" type="pres">
      <dgm:prSet presAssocID="{9EEF951C-2A49-4D08-9FE2-C417381994F2}" presName="parTx" presStyleLbl="revTx" presStyleIdx="0" presStyleCnt="2">
        <dgm:presLayoutVars>
          <dgm:chMax val="0"/>
          <dgm:chPref val="0"/>
        </dgm:presLayoutVars>
      </dgm:prSet>
      <dgm:spPr/>
    </dgm:pt>
    <dgm:pt modelId="{CA0AF87D-1E0F-4D0D-8C51-E65C499668C6}" type="pres">
      <dgm:prSet presAssocID="{6577DBB6-C48D-4361-B2DB-40A8E62D7F16}" presName="sibTrans" presStyleCnt="0"/>
      <dgm:spPr/>
    </dgm:pt>
    <dgm:pt modelId="{F66BDF30-648D-49A5-8FDF-2451008B4530}" type="pres">
      <dgm:prSet presAssocID="{CAB605D2-DE15-4009-8CF5-2081D4DFEEA8}" presName="compNode" presStyleCnt="0"/>
      <dgm:spPr/>
    </dgm:pt>
    <dgm:pt modelId="{46F96CB1-89AA-453D-8CE8-B8F1A54C29CC}" type="pres">
      <dgm:prSet presAssocID="{CAB605D2-DE15-4009-8CF5-2081D4DFEEA8}" presName="bgRect" presStyleLbl="bgShp" presStyleIdx="1" presStyleCnt="2"/>
      <dgm:spPr/>
    </dgm:pt>
    <dgm:pt modelId="{EC667A5C-E932-4E8A-8913-4D19AE30833E}" type="pres">
      <dgm:prSet presAssocID="{CAB605D2-DE15-4009-8CF5-2081D4DFEEA8}"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Upward trend"/>
        </a:ext>
      </dgm:extLst>
    </dgm:pt>
    <dgm:pt modelId="{88A962DE-BE69-4814-9052-2ED41F249713}" type="pres">
      <dgm:prSet presAssocID="{CAB605D2-DE15-4009-8CF5-2081D4DFEEA8}" presName="spaceRect" presStyleCnt="0"/>
      <dgm:spPr/>
    </dgm:pt>
    <dgm:pt modelId="{167884A8-5305-4E4A-B7B2-4702394D419F}" type="pres">
      <dgm:prSet presAssocID="{CAB605D2-DE15-4009-8CF5-2081D4DFEEA8}" presName="parTx" presStyleLbl="revTx" presStyleIdx="1" presStyleCnt="2">
        <dgm:presLayoutVars>
          <dgm:chMax val="0"/>
          <dgm:chPref val="0"/>
        </dgm:presLayoutVars>
      </dgm:prSet>
      <dgm:spPr/>
    </dgm:pt>
  </dgm:ptLst>
  <dgm:cxnLst>
    <dgm:cxn modelId="{68B08E21-F31C-4246-8E1A-B6C89A6BF05C}" type="presOf" srcId="{95233F82-BFC7-406E-BB80-1C45DDDD8647}" destId="{CA1754E9-8AEA-4844-87F3-6086EE1AEA6B}" srcOrd="0" destOrd="0" presId="urn:microsoft.com/office/officeart/2018/2/layout/IconVerticalSolidList"/>
    <dgm:cxn modelId="{A3C4EC5B-3F35-4D78-9F2E-BD8CDA769503}" type="presOf" srcId="{9EEF951C-2A49-4D08-9FE2-C417381994F2}" destId="{567F12C2-6FC3-4E1B-8CCB-E9E9F9180670}" srcOrd="0" destOrd="0" presId="urn:microsoft.com/office/officeart/2018/2/layout/IconVerticalSolidList"/>
    <dgm:cxn modelId="{C2DF1378-F705-499A-BE94-C483EEDBE283}" srcId="{95233F82-BFC7-406E-BB80-1C45DDDD8647}" destId="{9EEF951C-2A49-4D08-9FE2-C417381994F2}" srcOrd="0" destOrd="0" parTransId="{4DE7DC00-48CA-452C-AF6F-AE41BEB79BFB}" sibTransId="{6577DBB6-C48D-4361-B2DB-40A8E62D7F16}"/>
    <dgm:cxn modelId="{A0F6647A-38DA-46C6-A939-0A4EB5C28DAC}" srcId="{95233F82-BFC7-406E-BB80-1C45DDDD8647}" destId="{CAB605D2-DE15-4009-8CF5-2081D4DFEEA8}" srcOrd="1" destOrd="0" parTransId="{167F6EBD-D2E7-46F7-8901-7258D0757811}" sibTransId="{AB473507-5546-48E0-AB2A-F08D90DCE81A}"/>
    <dgm:cxn modelId="{1928C0D9-3585-4D79-A7D4-D0833B74CEF5}" type="presOf" srcId="{CAB605D2-DE15-4009-8CF5-2081D4DFEEA8}" destId="{167884A8-5305-4E4A-B7B2-4702394D419F}" srcOrd="0" destOrd="0" presId="urn:microsoft.com/office/officeart/2018/2/layout/IconVerticalSolidList"/>
    <dgm:cxn modelId="{EA21F8DA-4C76-4BCE-830A-7827CBBBCFFF}" type="presParOf" srcId="{CA1754E9-8AEA-4844-87F3-6086EE1AEA6B}" destId="{C010516C-1D09-47C2-924F-02817ECC0A89}" srcOrd="0" destOrd="0" presId="urn:microsoft.com/office/officeart/2018/2/layout/IconVerticalSolidList"/>
    <dgm:cxn modelId="{42AC7C28-0F93-48D0-8A57-802241E50740}" type="presParOf" srcId="{C010516C-1D09-47C2-924F-02817ECC0A89}" destId="{FDAB30D4-735E-4B4F-9B06-547164479487}" srcOrd="0" destOrd="0" presId="urn:microsoft.com/office/officeart/2018/2/layout/IconVerticalSolidList"/>
    <dgm:cxn modelId="{4EBE4798-4ED9-49D8-B341-680170645371}" type="presParOf" srcId="{C010516C-1D09-47C2-924F-02817ECC0A89}" destId="{8942A89E-B1DB-4E63-99C5-B14A6165AA14}" srcOrd="1" destOrd="0" presId="urn:microsoft.com/office/officeart/2018/2/layout/IconVerticalSolidList"/>
    <dgm:cxn modelId="{453AE5CB-5BD7-42EC-8497-3E8C2BD6B1C5}" type="presParOf" srcId="{C010516C-1D09-47C2-924F-02817ECC0A89}" destId="{15653958-55FC-41AD-84BD-CF04493B0B7A}" srcOrd="2" destOrd="0" presId="urn:microsoft.com/office/officeart/2018/2/layout/IconVerticalSolidList"/>
    <dgm:cxn modelId="{7F8AE97D-20BD-435F-9E9A-CE73698E7D70}" type="presParOf" srcId="{C010516C-1D09-47C2-924F-02817ECC0A89}" destId="{567F12C2-6FC3-4E1B-8CCB-E9E9F9180670}" srcOrd="3" destOrd="0" presId="urn:microsoft.com/office/officeart/2018/2/layout/IconVerticalSolidList"/>
    <dgm:cxn modelId="{2D7DDB1B-69CE-446B-B718-571888B47777}" type="presParOf" srcId="{CA1754E9-8AEA-4844-87F3-6086EE1AEA6B}" destId="{CA0AF87D-1E0F-4D0D-8C51-E65C499668C6}" srcOrd="1" destOrd="0" presId="urn:microsoft.com/office/officeart/2018/2/layout/IconVerticalSolidList"/>
    <dgm:cxn modelId="{22CD15F6-55C9-426E-9A9D-BAB3D91BE9E3}" type="presParOf" srcId="{CA1754E9-8AEA-4844-87F3-6086EE1AEA6B}" destId="{F66BDF30-648D-49A5-8FDF-2451008B4530}" srcOrd="2" destOrd="0" presId="urn:microsoft.com/office/officeart/2018/2/layout/IconVerticalSolidList"/>
    <dgm:cxn modelId="{BCF2C8B2-B5E2-4115-8E4C-B16F8AD21397}" type="presParOf" srcId="{F66BDF30-648D-49A5-8FDF-2451008B4530}" destId="{46F96CB1-89AA-453D-8CE8-B8F1A54C29CC}" srcOrd="0" destOrd="0" presId="urn:microsoft.com/office/officeart/2018/2/layout/IconVerticalSolidList"/>
    <dgm:cxn modelId="{0B084D37-6493-4785-90BB-6939691AC82B}" type="presParOf" srcId="{F66BDF30-648D-49A5-8FDF-2451008B4530}" destId="{EC667A5C-E932-4E8A-8913-4D19AE30833E}" srcOrd="1" destOrd="0" presId="urn:microsoft.com/office/officeart/2018/2/layout/IconVerticalSolidList"/>
    <dgm:cxn modelId="{60BDDFE3-3AFB-4262-989A-4A77A31844B6}" type="presParOf" srcId="{F66BDF30-648D-49A5-8FDF-2451008B4530}" destId="{88A962DE-BE69-4814-9052-2ED41F249713}" srcOrd="2" destOrd="0" presId="urn:microsoft.com/office/officeart/2018/2/layout/IconVerticalSolidList"/>
    <dgm:cxn modelId="{93C9D4A9-3775-4D97-A7E7-878A8FD909D1}" type="presParOf" srcId="{F66BDF30-648D-49A5-8FDF-2451008B4530}" destId="{167884A8-5305-4E4A-B7B2-4702394D419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D6A83E7-B0B5-474E-8C9A-3AC850F053B9}"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A14670EE-DAE3-468F-86F3-F5BA9CA5DE76}">
      <dgm:prSet/>
      <dgm:spPr/>
      <dgm:t>
        <a:bodyPr/>
        <a:lstStyle/>
        <a:p>
          <a:r>
            <a:rPr lang="en-US" b="0" i="0" baseline="0"/>
            <a:t>Then we get a speedup of 1</a:t>
          </a:r>
          <a:r>
            <a:rPr lang="en-US" b="0" i="1" baseline="0"/>
            <a:t>/</a:t>
          </a:r>
          <a:r>
            <a:rPr lang="en-US" b="0" i="0" baseline="0"/>
            <a:t>[0</a:t>
          </a:r>
          <a:r>
            <a:rPr lang="en-US" b="0" i="1" baseline="0"/>
            <a:t>.</a:t>
          </a:r>
          <a:r>
            <a:rPr lang="en-US" b="0" i="0" baseline="0"/>
            <a:t>4 + 0</a:t>
          </a:r>
          <a:r>
            <a:rPr lang="en-US" b="0" i="1" baseline="0"/>
            <a:t>.</a:t>
          </a:r>
          <a:r>
            <a:rPr lang="en-US" b="0" i="0" baseline="0"/>
            <a:t>6</a:t>
          </a:r>
          <a:r>
            <a:rPr lang="en-US" b="0" i="1" baseline="0"/>
            <a:t>/</a:t>
          </a:r>
          <a:r>
            <a:rPr lang="en-US" b="0" i="0" baseline="0"/>
            <a:t>3]= 1</a:t>
          </a:r>
          <a:r>
            <a:rPr lang="en-US" b="0" i="1" baseline="0"/>
            <a:t>.</a:t>
          </a:r>
          <a:r>
            <a:rPr lang="en-US" b="0" i="0" baseline="0"/>
            <a:t>67×. </a:t>
          </a:r>
          <a:endParaRPr lang="en-US"/>
        </a:p>
      </dgm:t>
    </dgm:pt>
    <dgm:pt modelId="{813C19C3-3722-4D40-9078-739C9B618E0D}" type="parTrans" cxnId="{93B686F4-B63D-4DC7-877D-B0EC5F079E27}">
      <dgm:prSet/>
      <dgm:spPr/>
      <dgm:t>
        <a:bodyPr/>
        <a:lstStyle/>
        <a:p>
          <a:endParaRPr lang="en-US"/>
        </a:p>
      </dgm:t>
    </dgm:pt>
    <dgm:pt modelId="{E640FAB3-9E4D-4CBF-81E9-574FC51E78A4}" type="sibTrans" cxnId="{93B686F4-B63D-4DC7-877D-B0EC5F079E27}">
      <dgm:prSet/>
      <dgm:spPr/>
      <dgm:t>
        <a:bodyPr/>
        <a:lstStyle/>
        <a:p>
          <a:endParaRPr lang="en-US"/>
        </a:p>
      </dgm:t>
    </dgm:pt>
    <dgm:pt modelId="{47B5EA54-95DA-43AF-9193-563BA6BB25E2}">
      <dgm:prSet/>
      <dgm:spPr/>
      <dgm:t>
        <a:bodyPr/>
        <a:lstStyle/>
        <a:p>
          <a:r>
            <a:rPr lang="en-US" b="0" i="0" baseline="0"/>
            <a:t>Even though we made a substantial improvement to a major part of the system, our net speedup was significantly less than the speedup for the one part.</a:t>
          </a:r>
          <a:endParaRPr lang="en-US"/>
        </a:p>
      </dgm:t>
    </dgm:pt>
    <dgm:pt modelId="{CC03D372-756C-4EAF-B69B-80A74613BFA9}" type="parTrans" cxnId="{776711A0-3521-49D8-BEB4-4255FBA671D1}">
      <dgm:prSet/>
      <dgm:spPr/>
      <dgm:t>
        <a:bodyPr/>
        <a:lstStyle/>
        <a:p>
          <a:endParaRPr lang="en-US"/>
        </a:p>
      </dgm:t>
    </dgm:pt>
    <dgm:pt modelId="{C7F43BE8-D6D9-4365-9CB3-0B9FCE054C59}" type="sibTrans" cxnId="{776711A0-3521-49D8-BEB4-4255FBA671D1}">
      <dgm:prSet/>
      <dgm:spPr/>
      <dgm:t>
        <a:bodyPr/>
        <a:lstStyle/>
        <a:p>
          <a:endParaRPr lang="en-US"/>
        </a:p>
      </dgm:t>
    </dgm:pt>
    <dgm:pt modelId="{1E573832-DF64-421F-9E58-7996203C2D70}">
      <dgm:prSet/>
      <dgm:spPr/>
      <dgm:t>
        <a:bodyPr/>
        <a:lstStyle/>
        <a:p>
          <a:r>
            <a:rPr lang="en-US" b="0" i="0" baseline="0"/>
            <a:t>This is the major insight of Amdahl’s law to significantly speed up the entire system, we must improve the speed of a very large fraction of the overall system.</a:t>
          </a:r>
          <a:endParaRPr lang="en-US"/>
        </a:p>
      </dgm:t>
    </dgm:pt>
    <dgm:pt modelId="{323AB6C0-7D11-4502-8234-2958D233FC4D}" type="parTrans" cxnId="{5C6EF4D0-413E-4718-AEFC-0170B766F84E}">
      <dgm:prSet/>
      <dgm:spPr/>
      <dgm:t>
        <a:bodyPr/>
        <a:lstStyle/>
        <a:p>
          <a:endParaRPr lang="en-US"/>
        </a:p>
      </dgm:t>
    </dgm:pt>
    <dgm:pt modelId="{69BB5380-3570-4DA3-B200-237033AAC49A}" type="sibTrans" cxnId="{5C6EF4D0-413E-4718-AEFC-0170B766F84E}">
      <dgm:prSet/>
      <dgm:spPr/>
      <dgm:t>
        <a:bodyPr/>
        <a:lstStyle/>
        <a:p>
          <a:endParaRPr lang="en-US"/>
        </a:p>
      </dgm:t>
    </dgm:pt>
    <dgm:pt modelId="{72ACE1D8-BE89-4AC1-A884-DF08E27D049E}" type="pres">
      <dgm:prSet presAssocID="{7D6A83E7-B0B5-474E-8C9A-3AC850F053B9}" presName="root" presStyleCnt="0">
        <dgm:presLayoutVars>
          <dgm:dir/>
          <dgm:resizeHandles val="exact"/>
        </dgm:presLayoutVars>
      </dgm:prSet>
      <dgm:spPr/>
    </dgm:pt>
    <dgm:pt modelId="{C21CA263-F283-4D00-AC70-A4760B56F7E3}" type="pres">
      <dgm:prSet presAssocID="{A14670EE-DAE3-468F-86F3-F5BA9CA5DE76}" presName="compNode" presStyleCnt="0"/>
      <dgm:spPr/>
    </dgm:pt>
    <dgm:pt modelId="{2A204DB6-A95A-4628-8141-F8581BEAFABB}" type="pres">
      <dgm:prSet presAssocID="{A14670EE-DAE3-468F-86F3-F5BA9CA5DE76}" presName="bgRect" presStyleLbl="bgShp" presStyleIdx="0" presStyleCnt="3"/>
      <dgm:spPr/>
    </dgm:pt>
    <dgm:pt modelId="{81C15073-0ABD-4FEE-BAB8-28B56AF04972}" type="pres">
      <dgm:prSet presAssocID="{A14670EE-DAE3-468F-86F3-F5BA9CA5DE76}"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lowchart"/>
        </a:ext>
      </dgm:extLst>
    </dgm:pt>
    <dgm:pt modelId="{6F17DEA2-3C6A-4009-850E-03F3171FEB86}" type="pres">
      <dgm:prSet presAssocID="{A14670EE-DAE3-468F-86F3-F5BA9CA5DE76}" presName="spaceRect" presStyleCnt="0"/>
      <dgm:spPr/>
    </dgm:pt>
    <dgm:pt modelId="{F7CA6906-96BE-45F0-9FE3-37F246A2BEEB}" type="pres">
      <dgm:prSet presAssocID="{A14670EE-DAE3-468F-86F3-F5BA9CA5DE76}" presName="parTx" presStyleLbl="revTx" presStyleIdx="0" presStyleCnt="3">
        <dgm:presLayoutVars>
          <dgm:chMax val="0"/>
          <dgm:chPref val="0"/>
        </dgm:presLayoutVars>
      </dgm:prSet>
      <dgm:spPr/>
    </dgm:pt>
    <dgm:pt modelId="{592A4ECD-EF1B-4D18-BD53-02C3B4D474B0}" type="pres">
      <dgm:prSet presAssocID="{E640FAB3-9E4D-4CBF-81E9-574FC51E78A4}" presName="sibTrans" presStyleCnt="0"/>
      <dgm:spPr/>
    </dgm:pt>
    <dgm:pt modelId="{7C57988A-0583-42A4-BECD-1EABA7CE7873}" type="pres">
      <dgm:prSet presAssocID="{47B5EA54-95DA-43AF-9193-563BA6BB25E2}" presName="compNode" presStyleCnt="0"/>
      <dgm:spPr/>
    </dgm:pt>
    <dgm:pt modelId="{2F6D1F3D-7193-482A-AD15-3FD3C9BFB849}" type="pres">
      <dgm:prSet presAssocID="{47B5EA54-95DA-43AF-9193-563BA6BB25E2}" presName="bgRect" presStyleLbl="bgShp" presStyleIdx="1" presStyleCnt="3"/>
      <dgm:spPr/>
    </dgm:pt>
    <dgm:pt modelId="{EA7AAB64-C543-4A49-A969-91EABE40E8F0}" type="pres">
      <dgm:prSet presAssocID="{47B5EA54-95DA-43AF-9193-563BA6BB25E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auge"/>
        </a:ext>
      </dgm:extLst>
    </dgm:pt>
    <dgm:pt modelId="{262D3C45-FCA1-41B3-A39C-436AC0F097F3}" type="pres">
      <dgm:prSet presAssocID="{47B5EA54-95DA-43AF-9193-563BA6BB25E2}" presName="spaceRect" presStyleCnt="0"/>
      <dgm:spPr/>
    </dgm:pt>
    <dgm:pt modelId="{3CD3167F-3D6C-435D-B18B-3F8CD6E9BD7C}" type="pres">
      <dgm:prSet presAssocID="{47B5EA54-95DA-43AF-9193-563BA6BB25E2}" presName="parTx" presStyleLbl="revTx" presStyleIdx="1" presStyleCnt="3">
        <dgm:presLayoutVars>
          <dgm:chMax val="0"/>
          <dgm:chPref val="0"/>
        </dgm:presLayoutVars>
      </dgm:prSet>
      <dgm:spPr/>
    </dgm:pt>
    <dgm:pt modelId="{C84234A8-185D-4BE4-9362-AC1E9E598204}" type="pres">
      <dgm:prSet presAssocID="{C7F43BE8-D6D9-4365-9CB3-0B9FCE054C59}" presName="sibTrans" presStyleCnt="0"/>
      <dgm:spPr/>
    </dgm:pt>
    <dgm:pt modelId="{8C339669-C3CB-400E-94BE-59E53421CF6B}" type="pres">
      <dgm:prSet presAssocID="{1E573832-DF64-421F-9E58-7996203C2D70}" presName="compNode" presStyleCnt="0"/>
      <dgm:spPr/>
    </dgm:pt>
    <dgm:pt modelId="{768CD605-1830-4A8D-89D0-A3BDFE556250}" type="pres">
      <dgm:prSet presAssocID="{1E573832-DF64-421F-9E58-7996203C2D70}" presName="bgRect" presStyleLbl="bgShp" presStyleIdx="2" presStyleCnt="3"/>
      <dgm:spPr/>
    </dgm:pt>
    <dgm:pt modelId="{C35B20A9-1C2E-4449-9859-A6138466EBE0}" type="pres">
      <dgm:prSet presAssocID="{1E573832-DF64-421F-9E58-7996203C2D7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peed Bump"/>
        </a:ext>
      </dgm:extLst>
    </dgm:pt>
    <dgm:pt modelId="{982DBB35-AD4B-4F86-AF88-3C2813B54CFE}" type="pres">
      <dgm:prSet presAssocID="{1E573832-DF64-421F-9E58-7996203C2D70}" presName="spaceRect" presStyleCnt="0"/>
      <dgm:spPr/>
    </dgm:pt>
    <dgm:pt modelId="{7900E184-86AD-4EC6-A4B3-F3AAE4690078}" type="pres">
      <dgm:prSet presAssocID="{1E573832-DF64-421F-9E58-7996203C2D70}" presName="parTx" presStyleLbl="revTx" presStyleIdx="2" presStyleCnt="3">
        <dgm:presLayoutVars>
          <dgm:chMax val="0"/>
          <dgm:chPref val="0"/>
        </dgm:presLayoutVars>
      </dgm:prSet>
      <dgm:spPr/>
    </dgm:pt>
  </dgm:ptLst>
  <dgm:cxnLst>
    <dgm:cxn modelId="{1796AC1D-5F5A-49BB-B6B6-10BB32FD1F41}" type="presOf" srcId="{A14670EE-DAE3-468F-86F3-F5BA9CA5DE76}" destId="{F7CA6906-96BE-45F0-9FE3-37F246A2BEEB}" srcOrd="0" destOrd="0" presId="urn:microsoft.com/office/officeart/2018/2/layout/IconVerticalSolidList"/>
    <dgm:cxn modelId="{80F70A38-F859-427B-B8EF-33340E12997E}" type="presOf" srcId="{1E573832-DF64-421F-9E58-7996203C2D70}" destId="{7900E184-86AD-4EC6-A4B3-F3AAE4690078}" srcOrd="0" destOrd="0" presId="urn:microsoft.com/office/officeart/2018/2/layout/IconVerticalSolidList"/>
    <dgm:cxn modelId="{08BFA448-8B72-4A01-90DB-6F1497E32753}" type="presOf" srcId="{47B5EA54-95DA-43AF-9193-563BA6BB25E2}" destId="{3CD3167F-3D6C-435D-B18B-3F8CD6E9BD7C}" srcOrd="0" destOrd="0" presId="urn:microsoft.com/office/officeart/2018/2/layout/IconVerticalSolidList"/>
    <dgm:cxn modelId="{7023C17C-2E99-4B95-8B37-485DD34DF7EE}" type="presOf" srcId="{7D6A83E7-B0B5-474E-8C9A-3AC850F053B9}" destId="{72ACE1D8-BE89-4AC1-A884-DF08E27D049E}" srcOrd="0" destOrd="0" presId="urn:microsoft.com/office/officeart/2018/2/layout/IconVerticalSolidList"/>
    <dgm:cxn modelId="{776711A0-3521-49D8-BEB4-4255FBA671D1}" srcId="{7D6A83E7-B0B5-474E-8C9A-3AC850F053B9}" destId="{47B5EA54-95DA-43AF-9193-563BA6BB25E2}" srcOrd="1" destOrd="0" parTransId="{CC03D372-756C-4EAF-B69B-80A74613BFA9}" sibTransId="{C7F43BE8-D6D9-4365-9CB3-0B9FCE054C59}"/>
    <dgm:cxn modelId="{5C6EF4D0-413E-4718-AEFC-0170B766F84E}" srcId="{7D6A83E7-B0B5-474E-8C9A-3AC850F053B9}" destId="{1E573832-DF64-421F-9E58-7996203C2D70}" srcOrd="2" destOrd="0" parTransId="{323AB6C0-7D11-4502-8234-2958D233FC4D}" sibTransId="{69BB5380-3570-4DA3-B200-237033AAC49A}"/>
    <dgm:cxn modelId="{93B686F4-B63D-4DC7-877D-B0EC5F079E27}" srcId="{7D6A83E7-B0B5-474E-8C9A-3AC850F053B9}" destId="{A14670EE-DAE3-468F-86F3-F5BA9CA5DE76}" srcOrd="0" destOrd="0" parTransId="{813C19C3-3722-4D40-9078-739C9B618E0D}" sibTransId="{E640FAB3-9E4D-4CBF-81E9-574FC51E78A4}"/>
    <dgm:cxn modelId="{E42A709B-0083-4389-835B-4DA4B7958349}" type="presParOf" srcId="{72ACE1D8-BE89-4AC1-A884-DF08E27D049E}" destId="{C21CA263-F283-4D00-AC70-A4760B56F7E3}" srcOrd="0" destOrd="0" presId="urn:microsoft.com/office/officeart/2018/2/layout/IconVerticalSolidList"/>
    <dgm:cxn modelId="{8529AD45-4AA3-4B97-9EAE-BAF22CFCC38A}" type="presParOf" srcId="{C21CA263-F283-4D00-AC70-A4760B56F7E3}" destId="{2A204DB6-A95A-4628-8141-F8581BEAFABB}" srcOrd="0" destOrd="0" presId="urn:microsoft.com/office/officeart/2018/2/layout/IconVerticalSolidList"/>
    <dgm:cxn modelId="{6B4F1C18-50D9-4E24-A019-6F8CA42508B2}" type="presParOf" srcId="{C21CA263-F283-4D00-AC70-A4760B56F7E3}" destId="{81C15073-0ABD-4FEE-BAB8-28B56AF04972}" srcOrd="1" destOrd="0" presId="urn:microsoft.com/office/officeart/2018/2/layout/IconVerticalSolidList"/>
    <dgm:cxn modelId="{5F8FDCFF-1AC4-4871-B8CD-51108D671423}" type="presParOf" srcId="{C21CA263-F283-4D00-AC70-A4760B56F7E3}" destId="{6F17DEA2-3C6A-4009-850E-03F3171FEB86}" srcOrd="2" destOrd="0" presId="urn:microsoft.com/office/officeart/2018/2/layout/IconVerticalSolidList"/>
    <dgm:cxn modelId="{522C477D-8C50-4848-89B3-38206A72B1AD}" type="presParOf" srcId="{C21CA263-F283-4D00-AC70-A4760B56F7E3}" destId="{F7CA6906-96BE-45F0-9FE3-37F246A2BEEB}" srcOrd="3" destOrd="0" presId="urn:microsoft.com/office/officeart/2018/2/layout/IconVerticalSolidList"/>
    <dgm:cxn modelId="{07828763-B6AC-4B24-979D-A434F946776C}" type="presParOf" srcId="{72ACE1D8-BE89-4AC1-A884-DF08E27D049E}" destId="{592A4ECD-EF1B-4D18-BD53-02C3B4D474B0}" srcOrd="1" destOrd="0" presId="urn:microsoft.com/office/officeart/2018/2/layout/IconVerticalSolidList"/>
    <dgm:cxn modelId="{726377C1-AE17-44A1-9504-EEE7B3BBF83B}" type="presParOf" srcId="{72ACE1D8-BE89-4AC1-A884-DF08E27D049E}" destId="{7C57988A-0583-42A4-BECD-1EABA7CE7873}" srcOrd="2" destOrd="0" presId="urn:microsoft.com/office/officeart/2018/2/layout/IconVerticalSolidList"/>
    <dgm:cxn modelId="{0235C00A-D287-4B36-A0E4-5DB53E7DE740}" type="presParOf" srcId="{7C57988A-0583-42A4-BECD-1EABA7CE7873}" destId="{2F6D1F3D-7193-482A-AD15-3FD3C9BFB849}" srcOrd="0" destOrd="0" presId="urn:microsoft.com/office/officeart/2018/2/layout/IconVerticalSolidList"/>
    <dgm:cxn modelId="{CADBFF8B-CD2F-4D08-844F-A33DE1370927}" type="presParOf" srcId="{7C57988A-0583-42A4-BECD-1EABA7CE7873}" destId="{EA7AAB64-C543-4A49-A969-91EABE40E8F0}" srcOrd="1" destOrd="0" presId="urn:microsoft.com/office/officeart/2018/2/layout/IconVerticalSolidList"/>
    <dgm:cxn modelId="{5296044A-948B-4D4A-8D96-CB1C274A4930}" type="presParOf" srcId="{7C57988A-0583-42A4-BECD-1EABA7CE7873}" destId="{262D3C45-FCA1-41B3-A39C-436AC0F097F3}" srcOrd="2" destOrd="0" presId="urn:microsoft.com/office/officeart/2018/2/layout/IconVerticalSolidList"/>
    <dgm:cxn modelId="{E1B37EE0-FB4A-442E-A8A6-DB051987747A}" type="presParOf" srcId="{7C57988A-0583-42A4-BECD-1EABA7CE7873}" destId="{3CD3167F-3D6C-435D-B18B-3F8CD6E9BD7C}" srcOrd="3" destOrd="0" presId="urn:microsoft.com/office/officeart/2018/2/layout/IconVerticalSolidList"/>
    <dgm:cxn modelId="{5966C751-C7F0-4D7F-9EF2-5C45023F62E0}" type="presParOf" srcId="{72ACE1D8-BE89-4AC1-A884-DF08E27D049E}" destId="{C84234A8-185D-4BE4-9362-AC1E9E598204}" srcOrd="3" destOrd="0" presId="urn:microsoft.com/office/officeart/2018/2/layout/IconVerticalSolidList"/>
    <dgm:cxn modelId="{48E38972-D3C4-430A-821E-89873494BAEF}" type="presParOf" srcId="{72ACE1D8-BE89-4AC1-A884-DF08E27D049E}" destId="{8C339669-C3CB-400E-94BE-59E53421CF6B}" srcOrd="4" destOrd="0" presId="urn:microsoft.com/office/officeart/2018/2/layout/IconVerticalSolidList"/>
    <dgm:cxn modelId="{260DE0B1-30BD-406C-A670-10CDB1D1F06E}" type="presParOf" srcId="{8C339669-C3CB-400E-94BE-59E53421CF6B}" destId="{768CD605-1830-4A8D-89D0-A3BDFE556250}" srcOrd="0" destOrd="0" presId="urn:microsoft.com/office/officeart/2018/2/layout/IconVerticalSolidList"/>
    <dgm:cxn modelId="{4ED6FF90-B8D8-404D-BE45-DABA35EAD17C}" type="presParOf" srcId="{8C339669-C3CB-400E-94BE-59E53421CF6B}" destId="{C35B20A9-1C2E-4449-9859-A6138466EBE0}" srcOrd="1" destOrd="0" presId="urn:microsoft.com/office/officeart/2018/2/layout/IconVerticalSolidList"/>
    <dgm:cxn modelId="{4C2D18CF-2F15-44F0-BA89-D4F22B126F3C}" type="presParOf" srcId="{8C339669-C3CB-400E-94BE-59E53421CF6B}" destId="{982DBB35-AD4B-4F86-AF88-3C2813B54CFE}" srcOrd="2" destOrd="0" presId="urn:microsoft.com/office/officeart/2018/2/layout/IconVerticalSolidList"/>
    <dgm:cxn modelId="{D03D68E2-B463-4360-92EC-9EBDB2450D26}" type="presParOf" srcId="{8C339669-C3CB-400E-94BE-59E53421CF6B}" destId="{7900E184-86AD-4EC6-A4B3-F3AAE469007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CD95492-A8BB-4233-B8D3-4CB72BA230D1}" type="doc">
      <dgm:prSet loTypeId="urn:microsoft.com/office/officeart/2005/8/layout/hierarchy1" loCatId="hierarchy" qsTypeId="urn:microsoft.com/office/officeart/2005/8/quickstyle/simple1" qsCatId="simple" csTypeId="urn:microsoft.com/office/officeart/2005/8/colors/accent2_2" csCatId="accent2"/>
      <dgm:spPr/>
      <dgm:t>
        <a:bodyPr/>
        <a:lstStyle/>
        <a:p>
          <a:endParaRPr lang="en-US"/>
        </a:p>
      </dgm:t>
    </dgm:pt>
    <dgm:pt modelId="{6000F138-B3A3-4D87-8D15-C2A7E6D8352A}">
      <dgm:prSet/>
      <dgm:spPr/>
      <dgm:t>
        <a:bodyPr/>
        <a:lstStyle/>
        <a:p>
          <a:r>
            <a:rPr lang="en-US" b="0" i="0" baseline="0"/>
            <a:t>At a much lower level of abstraction, modern processors can execute multiple instructions at one time, a property known as </a:t>
          </a:r>
          <a:r>
            <a:rPr lang="en-US" b="0" i="1" baseline="0"/>
            <a:t>instruction-level parallelism</a:t>
          </a:r>
          <a:r>
            <a:rPr lang="en-US" b="0" i="0" baseline="0"/>
            <a:t>.</a:t>
          </a:r>
          <a:endParaRPr lang="en-US"/>
        </a:p>
      </dgm:t>
    </dgm:pt>
    <dgm:pt modelId="{49A32003-A2DE-49A9-B452-DC88C2F608B4}" type="parTrans" cxnId="{0DF036F3-C3BB-4247-9A9D-9A57160C8AA5}">
      <dgm:prSet/>
      <dgm:spPr/>
      <dgm:t>
        <a:bodyPr/>
        <a:lstStyle/>
        <a:p>
          <a:endParaRPr lang="en-US"/>
        </a:p>
      </dgm:t>
    </dgm:pt>
    <dgm:pt modelId="{ECDC4E40-A96A-4B5B-9EE2-9B8FB741E8BD}" type="sibTrans" cxnId="{0DF036F3-C3BB-4247-9A9D-9A57160C8AA5}">
      <dgm:prSet/>
      <dgm:spPr/>
      <dgm:t>
        <a:bodyPr/>
        <a:lstStyle/>
        <a:p>
          <a:endParaRPr lang="en-US"/>
        </a:p>
      </dgm:t>
    </dgm:pt>
    <dgm:pt modelId="{B1691374-EBE6-496E-89E0-EE3ABD7FDF38}">
      <dgm:prSet/>
      <dgm:spPr/>
      <dgm:t>
        <a:bodyPr/>
        <a:lstStyle/>
        <a:p>
          <a:r>
            <a:rPr lang="en-US" b="0" i="0" baseline="0"/>
            <a:t>Processors that can sustain execution rates faster than 1 instruction per cycle are known as </a:t>
          </a:r>
          <a:r>
            <a:rPr lang="en-US" b="0" i="1" baseline="0"/>
            <a:t>superscalar </a:t>
          </a:r>
          <a:r>
            <a:rPr lang="en-US" b="0" i="0" baseline="0"/>
            <a:t>processors.</a:t>
          </a:r>
          <a:endParaRPr lang="en-US"/>
        </a:p>
      </dgm:t>
    </dgm:pt>
    <dgm:pt modelId="{2E26A523-5C0A-4DE4-A497-10EAA6D719EB}" type="parTrans" cxnId="{0A8FDF20-910C-41D5-A7BE-0F4FEEFE218D}">
      <dgm:prSet/>
      <dgm:spPr/>
      <dgm:t>
        <a:bodyPr/>
        <a:lstStyle/>
        <a:p>
          <a:endParaRPr lang="en-US"/>
        </a:p>
      </dgm:t>
    </dgm:pt>
    <dgm:pt modelId="{58B0A52C-9C44-4ACA-8E32-A76C4BF2312D}" type="sibTrans" cxnId="{0A8FDF20-910C-41D5-A7BE-0F4FEEFE218D}">
      <dgm:prSet/>
      <dgm:spPr/>
      <dgm:t>
        <a:bodyPr/>
        <a:lstStyle/>
        <a:p>
          <a:endParaRPr lang="en-US"/>
        </a:p>
      </dgm:t>
    </dgm:pt>
    <dgm:pt modelId="{B9612948-8101-4F0C-8C84-2EFC04163E0A}" type="pres">
      <dgm:prSet presAssocID="{ECD95492-A8BB-4233-B8D3-4CB72BA230D1}" presName="hierChild1" presStyleCnt="0">
        <dgm:presLayoutVars>
          <dgm:chPref val="1"/>
          <dgm:dir/>
          <dgm:animOne val="branch"/>
          <dgm:animLvl val="lvl"/>
          <dgm:resizeHandles/>
        </dgm:presLayoutVars>
      </dgm:prSet>
      <dgm:spPr/>
    </dgm:pt>
    <dgm:pt modelId="{42B904B1-6631-407B-9A7E-E8941BC4A4B8}" type="pres">
      <dgm:prSet presAssocID="{6000F138-B3A3-4D87-8D15-C2A7E6D8352A}" presName="hierRoot1" presStyleCnt="0"/>
      <dgm:spPr/>
    </dgm:pt>
    <dgm:pt modelId="{0E669B97-2546-443C-835A-50139846B632}" type="pres">
      <dgm:prSet presAssocID="{6000F138-B3A3-4D87-8D15-C2A7E6D8352A}" presName="composite" presStyleCnt="0"/>
      <dgm:spPr/>
    </dgm:pt>
    <dgm:pt modelId="{73838CAF-A0A0-4C0F-AAA0-691B58EECB69}" type="pres">
      <dgm:prSet presAssocID="{6000F138-B3A3-4D87-8D15-C2A7E6D8352A}" presName="background" presStyleLbl="node0" presStyleIdx="0" presStyleCnt="2"/>
      <dgm:spPr/>
    </dgm:pt>
    <dgm:pt modelId="{F9AE25D7-E0AA-4C7D-8B4B-1A8881ADA468}" type="pres">
      <dgm:prSet presAssocID="{6000F138-B3A3-4D87-8D15-C2A7E6D8352A}" presName="text" presStyleLbl="fgAcc0" presStyleIdx="0" presStyleCnt="2">
        <dgm:presLayoutVars>
          <dgm:chPref val="3"/>
        </dgm:presLayoutVars>
      </dgm:prSet>
      <dgm:spPr/>
    </dgm:pt>
    <dgm:pt modelId="{48CDAD0E-ADA4-4B6B-8FD8-298D50774666}" type="pres">
      <dgm:prSet presAssocID="{6000F138-B3A3-4D87-8D15-C2A7E6D8352A}" presName="hierChild2" presStyleCnt="0"/>
      <dgm:spPr/>
    </dgm:pt>
    <dgm:pt modelId="{7AD1B342-5AC5-4E03-A81A-656D9BC0779E}" type="pres">
      <dgm:prSet presAssocID="{B1691374-EBE6-496E-89E0-EE3ABD7FDF38}" presName="hierRoot1" presStyleCnt="0"/>
      <dgm:spPr/>
    </dgm:pt>
    <dgm:pt modelId="{513F6F24-C978-4AC5-9135-A700F3B83819}" type="pres">
      <dgm:prSet presAssocID="{B1691374-EBE6-496E-89E0-EE3ABD7FDF38}" presName="composite" presStyleCnt="0"/>
      <dgm:spPr/>
    </dgm:pt>
    <dgm:pt modelId="{4E86CF28-F135-4E38-A660-4B04BD36DB75}" type="pres">
      <dgm:prSet presAssocID="{B1691374-EBE6-496E-89E0-EE3ABD7FDF38}" presName="background" presStyleLbl="node0" presStyleIdx="1" presStyleCnt="2"/>
      <dgm:spPr/>
    </dgm:pt>
    <dgm:pt modelId="{6D3A8685-57F1-4111-AC91-F78DC7C705EC}" type="pres">
      <dgm:prSet presAssocID="{B1691374-EBE6-496E-89E0-EE3ABD7FDF38}" presName="text" presStyleLbl="fgAcc0" presStyleIdx="1" presStyleCnt="2">
        <dgm:presLayoutVars>
          <dgm:chPref val="3"/>
        </dgm:presLayoutVars>
      </dgm:prSet>
      <dgm:spPr/>
    </dgm:pt>
    <dgm:pt modelId="{7B31E8B4-DA7F-42D7-8F67-E76ECA8E087B}" type="pres">
      <dgm:prSet presAssocID="{B1691374-EBE6-496E-89E0-EE3ABD7FDF38}" presName="hierChild2" presStyleCnt="0"/>
      <dgm:spPr/>
    </dgm:pt>
  </dgm:ptLst>
  <dgm:cxnLst>
    <dgm:cxn modelId="{CAE5240C-9D89-4E12-ACC4-AB792E37C796}" type="presOf" srcId="{ECD95492-A8BB-4233-B8D3-4CB72BA230D1}" destId="{B9612948-8101-4F0C-8C84-2EFC04163E0A}" srcOrd="0" destOrd="0" presId="urn:microsoft.com/office/officeart/2005/8/layout/hierarchy1"/>
    <dgm:cxn modelId="{0A8FDF20-910C-41D5-A7BE-0F4FEEFE218D}" srcId="{ECD95492-A8BB-4233-B8D3-4CB72BA230D1}" destId="{B1691374-EBE6-496E-89E0-EE3ABD7FDF38}" srcOrd="1" destOrd="0" parTransId="{2E26A523-5C0A-4DE4-A497-10EAA6D719EB}" sibTransId="{58B0A52C-9C44-4ACA-8E32-A76C4BF2312D}"/>
    <dgm:cxn modelId="{08011DDA-E928-41B4-AD37-E53D3C3E7BB6}" type="presOf" srcId="{B1691374-EBE6-496E-89E0-EE3ABD7FDF38}" destId="{6D3A8685-57F1-4111-AC91-F78DC7C705EC}" srcOrd="0" destOrd="0" presId="urn:microsoft.com/office/officeart/2005/8/layout/hierarchy1"/>
    <dgm:cxn modelId="{0DF036F3-C3BB-4247-9A9D-9A57160C8AA5}" srcId="{ECD95492-A8BB-4233-B8D3-4CB72BA230D1}" destId="{6000F138-B3A3-4D87-8D15-C2A7E6D8352A}" srcOrd="0" destOrd="0" parTransId="{49A32003-A2DE-49A9-B452-DC88C2F608B4}" sibTransId="{ECDC4E40-A96A-4B5B-9EE2-9B8FB741E8BD}"/>
    <dgm:cxn modelId="{F0ED7FFD-EBEF-46D1-A4A1-CE8E3A0B84D1}" type="presOf" srcId="{6000F138-B3A3-4D87-8D15-C2A7E6D8352A}" destId="{F9AE25D7-E0AA-4C7D-8B4B-1A8881ADA468}" srcOrd="0" destOrd="0" presId="urn:microsoft.com/office/officeart/2005/8/layout/hierarchy1"/>
    <dgm:cxn modelId="{7B28F4B3-51E8-4FED-88E7-AD5A19260062}" type="presParOf" srcId="{B9612948-8101-4F0C-8C84-2EFC04163E0A}" destId="{42B904B1-6631-407B-9A7E-E8941BC4A4B8}" srcOrd="0" destOrd="0" presId="urn:microsoft.com/office/officeart/2005/8/layout/hierarchy1"/>
    <dgm:cxn modelId="{94D28AE6-67F5-489C-B442-6846392375E3}" type="presParOf" srcId="{42B904B1-6631-407B-9A7E-E8941BC4A4B8}" destId="{0E669B97-2546-443C-835A-50139846B632}" srcOrd="0" destOrd="0" presId="urn:microsoft.com/office/officeart/2005/8/layout/hierarchy1"/>
    <dgm:cxn modelId="{781EE823-1CC0-4530-B9B8-72934A36550C}" type="presParOf" srcId="{0E669B97-2546-443C-835A-50139846B632}" destId="{73838CAF-A0A0-4C0F-AAA0-691B58EECB69}" srcOrd="0" destOrd="0" presId="urn:microsoft.com/office/officeart/2005/8/layout/hierarchy1"/>
    <dgm:cxn modelId="{ACE5322C-8284-4311-BF3B-B91F4E609A10}" type="presParOf" srcId="{0E669B97-2546-443C-835A-50139846B632}" destId="{F9AE25D7-E0AA-4C7D-8B4B-1A8881ADA468}" srcOrd="1" destOrd="0" presId="urn:microsoft.com/office/officeart/2005/8/layout/hierarchy1"/>
    <dgm:cxn modelId="{79A9B09F-64E7-45E1-B8A2-86EBEE1855A9}" type="presParOf" srcId="{42B904B1-6631-407B-9A7E-E8941BC4A4B8}" destId="{48CDAD0E-ADA4-4B6B-8FD8-298D50774666}" srcOrd="1" destOrd="0" presId="urn:microsoft.com/office/officeart/2005/8/layout/hierarchy1"/>
    <dgm:cxn modelId="{83B1C6A6-1535-4F91-BEB0-83BEAC5A5D5A}" type="presParOf" srcId="{B9612948-8101-4F0C-8C84-2EFC04163E0A}" destId="{7AD1B342-5AC5-4E03-A81A-656D9BC0779E}" srcOrd="1" destOrd="0" presId="urn:microsoft.com/office/officeart/2005/8/layout/hierarchy1"/>
    <dgm:cxn modelId="{3E9F7E81-1A22-4041-A4F3-246648B41D1F}" type="presParOf" srcId="{7AD1B342-5AC5-4E03-A81A-656D9BC0779E}" destId="{513F6F24-C978-4AC5-9135-A700F3B83819}" srcOrd="0" destOrd="0" presId="urn:microsoft.com/office/officeart/2005/8/layout/hierarchy1"/>
    <dgm:cxn modelId="{EB82D278-332F-4709-9504-9D713B5F7DFE}" type="presParOf" srcId="{513F6F24-C978-4AC5-9135-A700F3B83819}" destId="{4E86CF28-F135-4E38-A660-4B04BD36DB75}" srcOrd="0" destOrd="0" presId="urn:microsoft.com/office/officeart/2005/8/layout/hierarchy1"/>
    <dgm:cxn modelId="{5DFF796D-76C5-4942-BFC0-5EFE30BF2BDD}" type="presParOf" srcId="{513F6F24-C978-4AC5-9135-A700F3B83819}" destId="{6D3A8685-57F1-4111-AC91-F78DC7C705EC}" srcOrd="1" destOrd="0" presId="urn:microsoft.com/office/officeart/2005/8/layout/hierarchy1"/>
    <dgm:cxn modelId="{8E0615B0-378A-4B5A-87B4-E91B6280F142}" type="presParOf" srcId="{7AD1B342-5AC5-4E03-A81A-656D9BC0779E}" destId="{7B31E8B4-DA7F-42D7-8F67-E76ECA8E087B}"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DD70E45-B7F7-4D67-AC18-BEDFBCA48EE8}"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E07DEAFD-FB6B-4EDB-BBC4-A9B94AE7D271}">
      <dgm:prSet/>
      <dgm:spPr/>
      <dgm:t>
        <a:bodyPr/>
        <a:lstStyle/>
        <a:p>
          <a:r>
            <a:rPr lang="en-US" b="0" i="0" baseline="0"/>
            <a:t>At the lowest level, many modern processors have special hardware that allows a single instruction to cause multiple operations to be performed in parallel, a mode known as </a:t>
          </a:r>
          <a:r>
            <a:rPr lang="en-US" b="0" i="1" baseline="0"/>
            <a:t>single-instruction, multiple-data </a:t>
          </a:r>
          <a:r>
            <a:rPr lang="en-US" b="0" i="0" baseline="0"/>
            <a:t>(SIMD) parallelism.</a:t>
          </a:r>
          <a:endParaRPr lang="en-US"/>
        </a:p>
      </dgm:t>
    </dgm:pt>
    <dgm:pt modelId="{B9C80A2D-2F7D-481D-9B65-E22C1A23E6A0}" type="parTrans" cxnId="{6A126A9B-C790-47B8-98BB-E13C1FC3B187}">
      <dgm:prSet/>
      <dgm:spPr/>
      <dgm:t>
        <a:bodyPr/>
        <a:lstStyle/>
        <a:p>
          <a:endParaRPr lang="en-US"/>
        </a:p>
      </dgm:t>
    </dgm:pt>
    <dgm:pt modelId="{C5BA6B98-ECF0-4FAB-A5D1-D4EC49C5A281}" type="sibTrans" cxnId="{6A126A9B-C790-47B8-98BB-E13C1FC3B187}">
      <dgm:prSet/>
      <dgm:spPr/>
      <dgm:t>
        <a:bodyPr/>
        <a:lstStyle/>
        <a:p>
          <a:endParaRPr lang="en-US"/>
        </a:p>
      </dgm:t>
    </dgm:pt>
    <dgm:pt modelId="{F1D76805-12B7-44D6-A147-851922A87EB2}">
      <dgm:prSet/>
      <dgm:spPr/>
      <dgm:t>
        <a:bodyPr/>
        <a:lstStyle/>
        <a:p>
          <a:r>
            <a:rPr lang="en-US" b="0" i="0" baseline="0"/>
            <a:t>These SIMD instructions are provided mostly to speed up applications that process image, sound, and video data.</a:t>
          </a:r>
          <a:endParaRPr lang="en-US"/>
        </a:p>
      </dgm:t>
    </dgm:pt>
    <dgm:pt modelId="{62DB6DCA-02FB-42D3-AD00-E75D3BFF4BE1}" type="parTrans" cxnId="{BDD77634-DA57-49F6-B96B-EDAEF23F5AAB}">
      <dgm:prSet/>
      <dgm:spPr/>
      <dgm:t>
        <a:bodyPr/>
        <a:lstStyle/>
        <a:p>
          <a:endParaRPr lang="en-US"/>
        </a:p>
      </dgm:t>
    </dgm:pt>
    <dgm:pt modelId="{F0D7A2CA-55E0-41D6-94FA-79DCD39E2E68}" type="sibTrans" cxnId="{BDD77634-DA57-49F6-B96B-EDAEF23F5AAB}">
      <dgm:prSet/>
      <dgm:spPr/>
      <dgm:t>
        <a:bodyPr/>
        <a:lstStyle/>
        <a:p>
          <a:endParaRPr lang="en-US"/>
        </a:p>
      </dgm:t>
    </dgm:pt>
    <dgm:pt modelId="{29707AB9-E513-4AAF-8DE7-A7EBA7A7B33C}" type="pres">
      <dgm:prSet presAssocID="{BDD70E45-B7F7-4D67-AC18-BEDFBCA48EE8}" presName="hierChild1" presStyleCnt="0">
        <dgm:presLayoutVars>
          <dgm:chPref val="1"/>
          <dgm:dir/>
          <dgm:animOne val="branch"/>
          <dgm:animLvl val="lvl"/>
          <dgm:resizeHandles/>
        </dgm:presLayoutVars>
      </dgm:prSet>
      <dgm:spPr/>
    </dgm:pt>
    <dgm:pt modelId="{507FBE48-627A-4CA7-9F9D-08512381C72D}" type="pres">
      <dgm:prSet presAssocID="{E07DEAFD-FB6B-4EDB-BBC4-A9B94AE7D271}" presName="hierRoot1" presStyleCnt="0"/>
      <dgm:spPr/>
    </dgm:pt>
    <dgm:pt modelId="{5111C569-D02B-4115-B291-7363AA376F12}" type="pres">
      <dgm:prSet presAssocID="{E07DEAFD-FB6B-4EDB-BBC4-A9B94AE7D271}" presName="composite" presStyleCnt="0"/>
      <dgm:spPr/>
    </dgm:pt>
    <dgm:pt modelId="{E2FB1187-8754-4010-8114-D43A60B81F75}" type="pres">
      <dgm:prSet presAssocID="{E07DEAFD-FB6B-4EDB-BBC4-A9B94AE7D271}" presName="background" presStyleLbl="node0" presStyleIdx="0" presStyleCnt="2"/>
      <dgm:spPr/>
    </dgm:pt>
    <dgm:pt modelId="{45402CF5-8189-4AC6-A1E2-B37F17FFD801}" type="pres">
      <dgm:prSet presAssocID="{E07DEAFD-FB6B-4EDB-BBC4-A9B94AE7D271}" presName="text" presStyleLbl="fgAcc0" presStyleIdx="0" presStyleCnt="2">
        <dgm:presLayoutVars>
          <dgm:chPref val="3"/>
        </dgm:presLayoutVars>
      </dgm:prSet>
      <dgm:spPr/>
    </dgm:pt>
    <dgm:pt modelId="{9CC81C4B-FC3F-4581-A027-0353093688F1}" type="pres">
      <dgm:prSet presAssocID="{E07DEAFD-FB6B-4EDB-BBC4-A9B94AE7D271}" presName="hierChild2" presStyleCnt="0"/>
      <dgm:spPr/>
    </dgm:pt>
    <dgm:pt modelId="{844A03A9-C0B0-4864-A9DE-5451CD723A2A}" type="pres">
      <dgm:prSet presAssocID="{F1D76805-12B7-44D6-A147-851922A87EB2}" presName="hierRoot1" presStyleCnt="0"/>
      <dgm:spPr/>
    </dgm:pt>
    <dgm:pt modelId="{FE4EC942-9658-4B60-8D13-DFDEB9CEC79D}" type="pres">
      <dgm:prSet presAssocID="{F1D76805-12B7-44D6-A147-851922A87EB2}" presName="composite" presStyleCnt="0"/>
      <dgm:spPr/>
    </dgm:pt>
    <dgm:pt modelId="{1CAC6FE4-2512-4B70-AB67-50D75E880DD4}" type="pres">
      <dgm:prSet presAssocID="{F1D76805-12B7-44D6-A147-851922A87EB2}" presName="background" presStyleLbl="node0" presStyleIdx="1" presStyleCnt="2"/>
      <dgm:spPr/>
    </dgm:pt>
    <dgm:pt modelId="{9C7457F2-BF9F-4C48-A6CC-BE8F75A10D95}" type="pres">
      <dgm:prSet presAssocID="{F1D76805-12B7-44D6-A147-851922A87EB2}" presName="text" presStyleLbl="fgAcc0" presStyleIdx="1" presStyleCnt="2">
        <dgm:presLayoutVars>
          <dgm:chPref val="3"/>
        </dgm:presLayoutVars>
      </dgm:prSet>
      <dgm:spPr/>
    </dgm:pt>
    <dgm:pt modelId="{434C510C-3E38-412D-9F5D-CE37CC68D68A}" type="pres">
      <dgm:prSet presAssocID="{F1D76805-12B7-44D6-A147-851922A87EB2}" presName="hierChild2" presStyleCnt="0"/>
      <dgm:spPr/>
    </dgm:pt>
  </dgm:ptLst>
  <dgm:cxnLst>
    <dgm:cxn modelId="{BDD77634-DA57-49F6-B96B-EDAEF23F5AAB}" srcId="{BDD70E45-B7F7-4D67-AC18-BEDFBCA48EE8}" destId="{F1D76805-12B7-44D6-A147-851922A87EB2}" srcOrd="1" destOrd="0" parTransId="{62DB6DCA-02FB-42D3-AD00-E75D3BFF4BE1}" sibTransId="{F0D7A2CA-55E0-41D6-94FA-79DCD39E2E68}"/>
    <dgm:cxn modelId="{A2D6D264-616D-441E-962D-0305ACDB01CF}" type="presOf" srcId="{F1D76805-12B7-44D6-A147-851922A87EB2}" destId="{9C7457F2-BF9F-4C48-A6CC-BE8F75A10D95}" srcOrd="0" destOrd="0" presId="urn:microsoft.com/office/officeart/2005/8/layout/hierarchy1"/>
    <dgm:cxn modelId="{73710489-B636-4A17-9220-93AEC37153B8}" type="presOf" srcId="{E07DEAFD-FB6B-4EDB-BBC4-A9B94AE7D271}" destId="{45402CF5-8189-4AC6-A1E2-B37F17FFD801}" srcOrd="0" destOrd="0" presId="urn:microsoft.com/office/officeart/2005/8/layout/hierarchy1"/>
    <dgm:cxn modelId="{FCAC7F99-13EF-4A67-9D3B-EE5B3B2700C4}" type="presOf" srcId="{BDD70E45-B7F7-4D67-AC18-BEDFBCA48EE8}" destId="{29707AB9-E513-4AAF-8DE7-A7EBA7A7B33C}" srcOrd="0" destOrd="0" presId="urn:microsoft.com/office/officeart/2005/8/layout/hierarchy1"/>
    <dgm:cxn modelId="{6A126A9B-C790-47B8-98BB-E13C1FC3B187}" srcId="{BDD70E45-B7F7-4D67-AC18-BEDFBCA48EE8}" destId="{E07DEAFD-FB6B-4EDB-BBC4-A9B94AE7D271}" srcOrd="0" destOrd="0" parTransId="{B9C80A2D-2F7D-481D-9B65-E22C1A23E6A0}" sibTransId="{C5BA6B98-ECF0-4FAB-A5D1-D4EC49C5A281}"/>
    <dgm:cxn modelId="{3C9FA46E-92AB-4CA5-9A86-0A7C0D47B9CA}" type="presParOf" srcId="{29707AB9-E513-4AAF-8DE7-A7EBA7A7B33C}" destId="{507FBE48-627A-4CA7-9F9D-08512381C72D}" srcOrd="0" destOrd="0" presId="urn:microsoft.com/office/officeart/2005/8/layout/hierarchy1"/>
    <dgm:cxn modelId="{A294E3CC-D91B-4EC2-8886-F27FF598A4AE}" type="presParOf" srcId="{507FBE48-627A-4CA7-9F9D-08512381C72D}" destId="{5111C569-D02B-4115-B291-7363AA376F12}" srcOrd="0" destOrd="0" presId="urn:microsoft.com/office/officeart/2005/8/layout/hierarchy1"/>
    <dgm:cxn modelId="{118A6CDA-E649-4A5B-A269-C8B6CBEB09C7}" type="presParOf" srcId="{5111C569-D02B-4115-B291-7363AA376F12}" destId="{E2FB1187-8754-4010-8114-D43A60B81F75}" srcOrd="0" destOrd="0" presId="urn:microsoft.com/office/officeart/2005/8/layout/hierarchy1"/>
    <dgm:cxn modelId="{32AEA2B7-FCF0-457E-8708-8C10250A4841}" type="presParOf" srcId="{5111C569-D02B-4115-B291-7363AA376F12}" destId="{45402CF5-8189-4AC6-A1E2-B37F17FFD801}" srcOrd="1" destOrd="0" presId="urn:microsoft.com/office/officeart/2005/8/layout/hierarchy1"/>
    <dgm:cxn modelId="{E96152F1-71D5-4658-8D58-7443092F4BD0}" type="presParOf" srcId="{507FBE48-627A-4CA7-9F9D-08512381C72D}" destId="{9CC81C4B-FC3F-4581-A027-0353093688F1}" srcOrd="1" destOrd="0" presId="urn:microsoft.com/office/officeart/2005/8/layout/hierarchy1"/>
    <dgm:cxn modelId="{F1DC48E1-3F63-4B6F-AB01-B6780C4D03E3}" type="presParOf" srcId="{29707AB9-E513-4AAF-8DE7-A7EBA7A7B33C}" destId="{844A03A9-C0B0-4864-A9DE-5451CD723A2A}" srcOrd="1" destOrd="0" presId="urn:microsoft.com/office/officeart/2005/8/layout/hierarchy1"/>
    <dgm:cxn modelId="{102CF680-244D-48C9-B280-7B09A1BDB4FB}" type="presParOf" srcId="{844A03A9-C0B0-4864-A9DE-5451CD723A2A}" destId="{FE4EC942-9658-4B60-8D13-DFDEB9CEC79D}" srcOrd="0" destOrd="0" presId="urn:microsoft.com/office/officeart/2005/8/layout/hierarchy1"/>
    <dgm:cxn modelId="{DCE8F157-A78F-4D22-A593-CBB230110A35}" type="presParOf" srcId="{FE4EC942-9658-4B60-8D13-DFDEB9CEC79D}" destId="{1CAC6FE4-2512-4B70-AB67-50D75E880DD4}" srcOrd="0" destOrd="0" presId="urn:microsoft.com/office/officeart/2005/8/layout/hierarchy1"/>
    <dgm:cxn modelId="{9052834A-F25E-4CDA-A6F1-C13696864423}" type="presParOf" srcId="{FE4EC942-9658-4B60-8D13-DFDEB9CEC79D}" destId="{9C7457F2-BF9F-4C48-A6CC-BE8F75A10D95}" srcOrd="1" destOrd="0" presId="urn:microsoft.com/office/officeart/2005/8/layout/hierarchy1"/>
    <dgm:cxn modelId="{76A9DA20-20AB-4AB2-A8E9-DF20398F7B45}" type="presParOf" srcId="{844A03A9-C0B0-4864-A9DE-5451CD723A2A}" destId="{434C510C-3E38-412D-9F5D-CE37CC68D68A}"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3C9B16-080E-4F4F-A7C0-4C7A6C916C6F}">
      <dsp:nvSpPr>
        <dsp:cNvPr id="0" name=""/>
        <dsp:cNvSpPr/>
      </dsp:nvSpPr>
      <dsp:spPr>
        <a:xfrm>
          <a:off x="0" y="3530"/>
          <a:ext cx="10515600" cy="53263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A8C88C1-BB3E-4EE6-AECB-0CDCE1D194AE}">
      <dsp:nvSpPr>
        <dsp:cNvPr id="0" name=""/>
        <dsp:cNvSpPr/>
      </dsp:nvSpPr>
      <dsp:spPr>
        <a:xfrm>
          <a:off x="161121" y="123373"/>
          <a:ext cx="293233" cy="29294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DF12651-B8B8-40ED-91F5-56F25F04B85D}">
      <dsp:nvSpPr>
        <dsp:cNvPr id="0" name=""/>
        <dsp:cNvSpPr/>
      </dsp:nvSpPr>
      <dsp:spPr>
        <a:xfrm>
          <a:off x="615475" y="3530"/>
          <a:ext cx="9863154" cy="5992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16" tIns="63416" rIns="63416" bIns="63416" numCol="1" spcCol="1270" anchor="ctr" anchorCtr="0">
          <a:noAutofit/>
        </a:bodyPr>
        <a:lstStyle/>
        <a:p>
          <a:pPr marL="0" lvl="0" indent="0" algn="l" defTabSz="800100">
            <a:lnSpc>
              <a:spcPct val="100000"/>
            </a:lnSpc>
            <a:spcBef>
              <a:spcPct val="0"/>
            </a:spcBef>
            <a:spcAft>
              <a:spcPct val="35000"/>
            </a:spcAft>
            <a:buNone/>
          </a:pPr>
          <a:r>
            <a:rPr lang="en-US" sz="1800" kern="1200">
              <a:latin typeface="Times New Roman" panose="02020603050405020304" pitchFamily="18" charset="0"/>
              <a:cs typeface="Times New Roman" panose="02020603050405020304" pitchFamily="18" charset="0"/>
            </a:rPr>
            <a:t>A</a:t>
          </a:r>
          <a:r>
            <a:rPr lang="en-US" sz="1800" b="0" i="0" kern="1200" baseline="0">
              <a:latin typeface="Times New Roman" panose="02020603050405020304" pitchFamily="18" charset="0"/>
              <a:cs typeface="Times New Roman" panose="02020603050405020304" pitchFamily="18" charset="0"/>
            </a:rPr>
            <a:t> system as an isolated collection of hardware and software. </a:t>
          </a:r>
          <a:endParaRPr lang="en-US" sz="1800" kern="1200">
            <a:latin typeface="Times New Roman" panose="02020603050405020304" pitchFamily="18" charset="0"/>
            <a:cs typeface="Times New Roman" panose="02020603050405020304" pitchFamily="18" charset="0"/>
          </a:endParaRPr>
        </a:p>
      </dsp:txBody>
      <dsp:txXfrm>
        <a:off x="615475" y="3530"/>
        <a:ext cx="9863154" cy="599210"/>
      </dsp:txXfrm>
    </dsp:sp>
    <dsp:sp modelId="{CB08A405-7F12-4180-89C0-7565D2628251}">
      <dsp:nvSpPr>
        <dsp:cNvPr id="0" name=""/>
        <dsp:cNvSpPr/>
      </dsp:nvSpPr>
      <dsp:spPr>
        <a:xfrm>
          <a:off x="0" y="752544"/>
          <a:ext cx="10515600" cy="53263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DEA2A22-8664-43A1-82DF-A4655A0207D0}">
      <dsp:nvSpPr>
        <dsp:cNvPr id="0" name=""/>
        <dsp:cNvSpPr/>
      </dsp:nvSpPr>
      <dsp:spPr>
        <a:xfrm>
          <a:off x="161121" y="872386"/>
          <a:ext cx="293233" cy="29294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E0FC8FD-60B5-4EEE-82CB-54A482A6F89D}">
      <dsp:nvSpPr>
        <dsp:cNvPr id="0" name=""/>
        <dsp:cNvSpPr/>
      </dsp:nvSpPr>
      <dsp:spPr>
        <a:xfrm>
          <a:off x="615475" y="752544"/>
          <a:ext cx="9863154" cy="5992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16" tIns="63416" rIns="63416" bIns="63416" numCol="1" spcCol="1270" anchor="ctr" anchorCtr="0">
          <a:noAutofit/>
        </a:bodyPr>
        <a:lstStyle/>
        <a:p>
          <a:pPr marL="0" lvl="0" indent="0" algn="l" defTabSz="800100">
            <a:lnSpc>
              <a:spcPct val="100000"/>
            </a:lnSpc>
            <a:spcBef>
              <a:spcPct val="0"/>
            </a:spcBef>
            <a:spcAft>
              <a:spcPct val="35000"/>
            </a:spcAft>
            <a:buNone/>
          </a:pPr>
          <a:r>
            <a:rPr lang="en-US" sz="1800" b="0" i="0" kern="1200" baseline="0">
              <a:latin typeface="Times New Roman" panose="02020603050405020304" pitchFamily="18" charset="0"/>
              <a:cs typeface="Times New Roman" panose="02020603050405020304" pitchFamily="18" charset="0"/>
            </a:rPr>
            <a:t>In practice, modern systems are often linked to other systems by networks </a:t>
          </a:r>
          <a:endParaRPr lang="en-US" sz="1800" kern="1200">
            <a:latin typeface="Times New Roman" panose="02020603050405020304" pitchFamily="18" charset="0"/>
            <a:cs typeface="Times New Roman" panose="02020603050405020304" pitchFamily="18" charset="0"/>
          </a:endParaRPr>
        </a:p>
      </dsp:txBody>
      <dsp:txXfrm>
        <a:off x="615475" y="752544"/>
        <a:ext cx="9863154" cy="599210"/>
      </dsp:txXfrm>
    </dsp:sp>
    <dsp:sp modelId="{7F669F13-B4B2-46DD-9F71-766A07719DAC}">
      <dsp:nvSpPr>
        <dsp:cNvPr id="0" name=""/>
        <dsp:cNvSpPr/>
      </dsp:nvSpPr>
      <dsp:spPr>
        <a:xfrm>
          <a:off x="0" y="1501557"/>
          <a:ext cx="10515600" cy="53263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4B8C2C0-3FEA-4E99-99F7-996D9A1C373E}">
      <dsp:nvSpPr>
        <dsp:cNvPr id="0" name=""/>
        <dsp:cNvSpPr/>
      </dsp:nvSpPr>
      <dsp:spPr>
        <a:xfrm>
          <a:off x="161121" y="1621399"/>
          <a:ext cx="293233" cy="29294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D17CE78-DECA-4B7F-B466-A6E800C176AB}">
      <dsp:nvSpPr>
        <dsp:cNvPr id="0" name=""/>
        <dsp:cNvSpPr/>
      </dsp:nvSpPr>
      <dsp:spPr>
        <a:xfrm>
          <a:off x="615475" y="1501557"/>
          <a:ext cx="9863154" cy="5992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16" tIns="63416" rIns="63416" bIns="63416" numCol="1" spcCol="1270" anchor="ctr" anchorCtr="0">
          <a:noAutofit/>
        </a:bodyPr>
        <a:lstStyle/>
        <a:p>
          <a:pPr marL="0" lvl="0" indent="0" algn="l" defTabSz="800100">
            <a:lnSpc>
              <a:spcPct val="100000"/>
            </a:lnSpc>
            <a:spcBef>
              <a:spcPct val="0"/>
            </a:spcBef>
            <a:spcAft>
              <a:spcPct val="35000"/>
            </a:spcAft>
            <a:buNone/>
          </a:pPr>
          <a:r>
            <a:rPr lang="en-US" sz="1800" b="0" i="0" kern="1200" baseline="0">
              <a:latin typeface="Times New Roman" panose="02020603050405020304" pitchFamily="18" charset="0"/>
              <a:cs typeface="Times New Roman" panose="02020603050405020304" pitchFamily="18" charset="0"/>
            </a:rPr>
            <a:t>When</a:t>
          </a:r>
          <a:r>
            <a:rPr lang="en-US" sz="1800" kern="1200">
              <a:latin typeface="Times New Roman" panose="02020603050405020304" pitchFamily="18" charset="0"/>
              <a:cs typeface="Times New Roman" panose="02020603050405020304" pitchFamily="18" charset="0"/>
            </a:rPr>
            <a:t> </a:t>
          </a:r>
          <a:r>
            <a:rPr lang="en-US" sz="1800" b="0" i="0" kern="1200" baseline="0">
              <a:latin typeface="Times New Roman" panose="02020603050405020304" pitchFamily="18" charset="0"/>
              <a:cs typeface="Times New Roman" panose="02020603050405020304" pitchFamily="18" charset="0"/>
            </a:rPr>
            <a:t>the system copies a sequence of bytes from main memory to the network adapter,</a:t>
          </a:r>
          <a:endParaRPr lang="en-US" sz="1800" kern="1200">
            <a:latin typeface="Times New Roman" panose="02020603050405020304" pitchFamily="18" charset="0"/>
            <a:cs typeface="Times New Roman" panose="02020603050405020304" pitchFamily="18" charset="0"/>
          </a:endParaRPr>
        </a:p>
      </dsp:txBody>
      <dsp:txXfrm>
        <a:off x="615475" y="1501557"/>
        <a:ext cx="9863154" cy="599210"/>
      </dsp:txXfrm>
    </dsp:sp>
    <dsp:sp modelId="{55D1AFBB-CEA1-4622-BC6E-A20791A623E5}">
      <dsp:nvSpPr>
        <dsp:cNvPr id="0" name=""/>
        <dsp:cNvSpPr/>
      </dsp:nvSpPr>
      <dsp:spPr>
        <a:xfrm>
          <a:off x="0" y="2250570"/>
          <a:ext cx="10515600" cy="53263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506FA08-8095-41B3-B57E-6C79D76FCEF0}">
      <dsp:nvSpPr>
        <dsp:cNvPr id="0" name=""/>
        <dsp:cNvSpPr/>
      </dsp:nvSpPr>
      <dsp:spPr>
        <a:xfrm>
          <a:off x="161121" y="2370412"/>
          <a:ext cx="293233" cy="29294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BC26243-806C-4E5D-8565-7B93720C42F1}">
      <dsp:nvSpPr>
        <dsp:cNvPr id="0" name=""/>
        <dsp:cNvSpPr/>
      </dsp:nvSpPr>
      <dsp:spPr>
        <a:xfrm>
          <a:off x="615475" y="2250570"/>
          <a:ext cx="9863154" cy="5992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16" tIns="63416" rIns="63416" bIns="63416" numCol="1" spcCol="1270" anchor="ctr" anchorCtr="0">
          <a:noAutofit/>
        </a:bodyPr>
        <a:lstStyle/>
        <a:p>
          <a:pPr marL="0" lvl="0" indent="0" algn="l" defTabSz="800100">
            <a:lnSpc>
              <a:spcPct val="100000"/>
            </a:lnSpc>
            <a:spcBef>
              <a:spcPct val="0"/>
            </a:spcBef>
            <a:spcAft>
              <a:spcPct val="35000"/>
            </a:spcAft>
            <a:buNone/>
          </a:pPr>
          <a:r>
            <a:rPr lang="en-US" sz="1800" kern="1200">
              <a:latin typeface="Times New Roman" panose="02020603050405020304" pitchFamily="18" charset="0"/>
              <a:cs typeface="Times New Roman" panose="02020603050405020304" pitchFamily="18" charset="0"/>
            </a:rPr>
            <a:t>T</a:t>
          </a:r>
          <a:r>
            <a:rPr lang="en-US" sz="1800" b="0" i="0" kern="1200" baseline="0">
              <a:latin typeface="Times New Roman" panose="02020603050405020304" pitchFamily="18" charset="0"/>
              <a:cs typeface="Times New Roman" panose="02020603050405020304" pitchFamily="18" charset="0"/>
            </a:rPr>
            <a:t>he data flow across the network to another machine, instead of, say, to a local disk drive.</a:t>
          </a:r>
          <a:endParaRPr lang="en-US" sz="1800" kern="1200">
            <a:latin typeface="Times New Roman" panose="02020603050405020304" pitchFamily="18" charset="0"/>
            <a:cs typeface="Times New Roman" panose="02020603050405020304" pitchFamily="18" charset="0"/>
          </a:endParaRPr>
        </a:p>
      </dsp:txBody>
      <dsp:txXfrm>
        <a:off x="615475" y="2250570"/>
        <a:ext cx="9863154" cy="599210"/>
      </dsp:txXfrm>
    </dsp:sp>
    <dsp:sp modelId="{40794C8C-1F1F-4E90-B2A6-EAFC22E40916}">
      <dsp:nvSpPr>
        <dsp:cNvPr id="0" name=""/>
        <dsp:cNvSpPr/>
      </dsp:nvSpPr>
      <dsp:spPr>
        <a:xfrm>
          <a:off x="0" y="2999583"/>
          <a:ext cx="10515600" cy="53263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2A1B455-0434-41E5-853E-F0DD039980B7}">
      <dsp:nvSpPr>
        <dsp:cNvPr id="0" name=""/>
        <dsp:cNvSpPr/>
      </dsp:nvSpPr>
      <dsp:spPr>
        <a:xfrm>
          <a:off x="161121" y="3119425"/>
          <a:ext cx="293233" cy="292947"/>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9E7498F-7267-4C6F-86EB-1B812F3FBEBD}">
      <dsp:nvSpPr>
        <dsp:cNvPr id="0" name=""/>
        <dsp:cNvSpPr/>
      </dsp:nvSpPr>
      <dsp:spPr>
        <a:xfrm>
          <a:off x="615475" y="2999583"/>
          <a:ext cx="9863154" cy="5992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16" tIns="63416" rIns="63416" bIns="63416" numCol="1" spcCol="1270" anchor="ctr" anchorCtr="0">
          <a:noAutofit/>
        </a:bodyPr>
        <a:lstStyle/>
        <a:p>
          <a:pPr marL="0" lvl="0" indent="0" algn="l" defTabSz="800100">
            <a:lnSpc>
              <a:spcPct val="100000"/>
            </a:lnSpc>
            <a:spcBef>
              <a:spcPct val="0"/>
            </a:spcBef>
            <a:spcAft>
              <a:spcPct val="35000"/>
            </a:spcAft>
            <a:buNone/>
          </a:pPr>
          <a:r>
            <a:rPr lang="en-US" sz="1800" b="0" i="0" kern="1200" baseline="0">
              <a:latin typeface="Times New Roman" panose="02020603050405020304" pitchFamily="18" charset="0"/>
              <a:cs typeface="Times New Roman" panose="02020603050405020304" pitchFamily="18" charset="0"/>
            </a:rPr>
            <a:t>Similarly, the system can read data sent from other machines and copy these data to its main memory.</a:t>
          </a:r>
          <a:endParaRPr lang="en-US" sz="1800" kern="1200">
            <a:latin typeface="Times New Roman" panose="02020603050405020304" pitchFamily="18" charset="0"/>
            <a:cs typeface="Times New Roman" panose="02020603050405020304" pitchFamily="18" charset="0"/>
          </a:endParaRPr>
        </a:p>
      </dsp:txBody>
      <dsp:txXfrm>
        <a:off x="615475" y="2999583"/>
        <a:ext cx="9863154" cy="599210"/>
      </dsp:txXfrm>
    </dsp:sp>
    <dsp:sp modelId="{23DE1E81-85C2-4A1D-B8B5-D44A1FFF55E3}">
      <dsp:nvSpPr>
        <dsp:cNvPr id="0" name=""/>
        <dsp:cNvSpPr/>
      </dsp:nvSpPr>
      <dsp:spPr>
        <a:xfrm>
          <a:off x="0" y="3748596"/>
          <a:ext cx="10515600" cy="53263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09D8647-98F4-4263-9623-B0BABAF508A7}">
      <dsp:nvSpPr>
        <dsp:cNvPr id="0" name=""/>
        <dsp:cNvSpPr/>
      </dsp:nvSpPr>
      <dsp:spPr>
        <a:xfrm>
          <a:off x="161278" y="3868438"/>
          <a:ext cx="293233" cy="292947"/>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8384D9C-FFF4-4A83-B61D-4539C38E56BD}">
      <dsp:nvSpPr>
        <dsp:cNvPr id="0" name=""/>
        <dsp:cNvSpPr/>
      </dsp:nvSpPr>
      <dsp:spPr>
        <a:xfrm>
          <a:off x="615790" y="3748596"/>
          <a:ext cx="9822835" cy="5992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16" tIns="63416" rIns="63416" bIns="63416" numCol="1" spcCol="1270" anchor="ctr" anchorCtr="0">
          <a:noAutofit/>
        </a:bodyPr>
        <a:lstStyle/>
        <a:p>
          <a:pPr marL="0" lvl="0" indent="0" algn="l" defTabSz="800100">
            <a:lnSpc>
              <a:spcPct val="100000"/>
            </a:lnSpc>
            <a:spcBef>
              <a:spcPct val="0"/>
            </a:spcBef>
            <a:spcAft>
              <a:spcPct val="35000"/>
            </a:spcAft>
            <a:buNone/>
          </a:pPr>
          <a:r>
            <a:rPr lang="en-US" sz="1800" b="0" i="0" kern="1200" baseline="0">
              <a:latin typeface="Times New Roman" panose="02020603050405020304" pitchFamily="18" charset="0"/>
              <a:cs typeface="Times New Roman" panose="02020603050405020304" pitchFamily="18" charset="0"/>
            </a:rPr>
            <a:t>For example, applications such as email, instant messaging, the Worldwide Web, FTP, and telnet are all based on the ability to copy information over a network.</a:t>
          </a:r>
          <a:endParaRPr lang="en-US" sz="1800" kern="1200">
            <a:latin typeface="Times New Roman" panose="02020603050405020304" pitchFamily="18" charset="0"/>
            <a:cs typeface="Times New Roman" panose="02020603050405020304" pitchFamily="18" charset="0"/>
          </a:endParaRPr>
        </a:p>
      </dsp:txBody>
      <dsp:txXfrm>
        <a:off x="615790" y="3748596"/>
        <a:ext cx="9822835" cy="59921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AB30D4-735E-4B4F-9B06-547164479487}">
      <dsp:nvSpPr>
        <dsp:cNvPr id="0" name=""/>
        <dsp:cNvSpPr/>
      </dsp:nvSpPr>
      <dsp:spPr>
        <a:xfrm>
          <a:off x="0" y="707092"/>
          <a:ext cx="10515600" cy="130540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942A89E-B1DB-4E63-99C5-B14A6165AA14}">
      <dsp:nvSpPr>
        <dsp:cNvPr id="0" name=""/>
        <dsp:cNvSpPr/>
      </dsp:nvSpPr>
      <dsp:spPr>
        <a:xfrm>
          <a:off x="394883" y="1000807"/>
          <a:ext cx="717970" cy="71797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67F12C2-6FC3-4E1B-8CCB-E9E9F9180670}">
      <dsp:nvSpPr>
        <dsp:cNvPr id="0" name=""/>
        <dsp:cNvSpPr/>
      </dsp:nvSpPr>
      <dsp:spPr>
        <a:xfrm>
          <a:off x="1507738" y="707092"/>
          <a:ext cx="9007861"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1066800">
            <a:lnSpc>
              <a:spcPct val="100000"/>
            </a:lnSpc>
            <a:spcBef>
              <a:spcPct val="0"/>
            </a:spcBef>
            <a:spcAft>
              <a:spcPct val="35000"/>
            </a:spcAft>
            <a:buNone/>
          </a:pPr>
          <a:r>
            <a:rPr lang="en-US" sz="2400" b="0" i="0" kern="1200" baseline="0"/>
            <a:t>consider the case where a part of the system that initially consumed 60% of the time (</a:t>
          </a:r>
          <a:r>
            <a:rPr lang="en-US" sz="2400" b="0" i="1" kern="1200" baseline="0"/>
            <a:t>α </a:t>
          </a:r>
          <a:r>
            <a:rPr lang="en-US" sz="2400" b="0" i="0" kern="1200" baseline="0"/>
            <a:t>= 0</a:t>
          </a:r>
          <a:r>
            <a:rPr lang="en-US" sz="2400" b="0" i="1" kern="1200" baseline="0"/>
            <a:t>.</a:t>
          </a:r>
          <a:r>
            <a:rPr lang="en-US" sz="2400" b="0" i="0" kern="1200" baseline="0"/>
            <a:t>6) is sped up by a factor of 3 (</a:t>
          </a:r>
          <a:r>
            <a:rPr lang="en-US" sz="2400" b="0" i="1" kern="1200" baseline="0"/>
            <a:t>k </a:t>
          </a:r>
          <a:r>
            <a:rPr lang="en-US" sz="2400" b="0" i="0" kern="1200" baseline="0"/>
            <a:t>= 3).</a:t>
          </a:r>
          <a:endParaRPr lang="en-US" sz="2400" kern="1200"/>
        </a:p>
      </dsp:txBody>
      <dsp:txXfrm>
        <a:off x="1507738" y="707092"/>
        <a:ext cx="9007861" cy="1305401"/>
      </dsp:txXfrm>
    </dsp:sp>
    <dsp:sp modelId="{46F96CB1-89AA-453D-8CE8-B8F1A54C29CC}">
      <dsp:nvSpPr>
        <dsp:cNvPr id="0" name=""/>
        <dsp:cNvSpPr/>
      </dsp:nvSpPr>
      <dsp:spPr>
        <a:xfrm>
          <a:off x="0" y="2338844"/>
          <a:ext cx="10515600" cy="130540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C667A5C-E932-4E8A-8913-4D19AE30833E}">
      <dsp:nvSpPr>
        <dsp:cNvPr id="0" name=""/>
        <dsp:cNvSpPr/>
      </dsp:nvSpPr>
      <dsp:spPr>
        <a:xfrm>
          <a:off x="394883" y="2632559"/>
          <a:ext cx="717970" cy="71797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67884A8-5305-4E4A-B7B2-4702394D419F}">
      <dsp:nvSpPr>
        <dsp:cNvPr id="0" name=""/>
        <dsp:cNvSpPr/>
      </dsp:nvSpPr>
      <dsp:spPr>
        <a:xfrm>
          <a:off x="1507738" y="2338844"/>
          <a:ext cx="9007861"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1066800">
            <a:lnSpc>
              <a:spcPct val="100000"/>
            </a:lnSpc>
            <a:spcBef>
              <a:spcPct val="0"/>
            </a:spcBef>
            <a:spcAft>
              <a:spcPct val="35000"/>
            </a:spcAft>
            <a:buNone/>
          </a:pPr>
          <a:r>
            <a:rPr lang="en-US" sz="2400" kern="1200"/>
            <a:t>How Much Performance is improved</a:t>
          </a:r>
          <a:r>
            <a:rPr lang="en-US" sz="2400" b="0" i="0" kern="1200" baseline="0"/>
            <a:t>.</a:t>
          </a:r>
          <a:endParaRPr lang="en-US" sz="2400" kern="1200"/>
        </a:p>
      </dsp:txBody>
      <dsp:txXfrm>
        <a:off x="1507738" y="2338844"/>
        <a:ext cx="9007861" cy="130540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204DB6-A95A-4628-8141-F8581BEAFABB}">
      <dsp:nvSpPr>
        <dsp:cNvPr id="0" name=""/>
        <dsp:cNvSpPr/>
      </dsp:nvSpPr>
      <dsp:spPr>
        <a:xfrm>
          <a:off x="0" y="531"/>
          <a:ext cx="10515600" cy="124470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1C15073-0ABD-4FEE-BAB8-28B56AF04972}">
      <dsp:nvSpPr>
        <dsp:cNvPr id="0" name=""/>
        <dsp:cNvSpPr/>
      </dsp:nvSpPr>
      <dsp:spPr>
        <a:xfrm>
          <a:off x="376522" y="280590"/>
          <a:ext cx="684586" cy="68458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7CA6906-96BE-45F0-9FE3-37F246A2BEEB}">
      <dsp:nvSpPr>
        <dsp:cNvPr id="0" name=""/>
        <dsp:cNvSpPr/>
      </dsp:nvSpPr>
      <dsp:spPr>
        <a:xfrm>
          <a:off x="1437631" y="531"/>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22350">
            <a:lnSpc>
              <a:spcPct val="90000"/>
            </a:lnSpc>
            <a:spcBef>
              <a:spcPct val="0"/>
            </a:spcBef>
            <a:spcAft>
              <a:spcPct val="35000"/>
            </a:spcAft>
            <a:buNone/>
          </a:pPr>
          <a:r>
            <a:rPr lang="en-US" sz="2300" b="0" i="0" kern="1200" baseline="0"/>
            <a:t>Then we get a speedup of 1</a:t>
          </a:r>
          <a:r>
            <a:rPr lang="en-US" sz="2300" b="0" i="1" kern="1200" baseline="0"/>
            <a:t>/</a:t>
          </a:r>
          <a:r>
            <a:rPr lang="en-US" sz="2300" b="0" i="0" kern="1200" baseline="0"/>
            <a:t>[0</a:t>
          </a:r>
          <a:r>
            <a:rPr lang="en-US" sz="2300" b="0" i="1" kern="1200" baseline="0"/>
            <a:t>.</a:t>
          </a:r>
          <a:r>
            <a:rPr lang="en-US" sz="2300" b="0" i="0" kern="1200" baseline="0"/>
            <a:t>4 + 0</a:t>
          </a:r>
          <a:r>
            <a:rPr lang="en-US" sz="2300" b="0" i="1" kern="1200" baseline="0"/>
            <a:t>.</a:t>
          </a:r>
          <a:r>
            <a:rPr lang="en-US" sz="2300" b="0" i="0" kern="1200" baseline="0"/>
            <a:t>6</a:t>
          </a:r>
          <a:r>
            <a:rPr lang="en-US" sz="2300" b="0" i="1" kern="1200" baseline="0"/>
            <a:t>/</a:t>
          </a:r>
          <a:r>
            <a:rPr lang="en-US" sz="2300" b="0" i="0" kern="1200" baseline="0"/>
            <a:t>3]= 1</a:t>
          </a:r>
          <a:r>
            <a:rPr lang="en-US" sz="2300" b="0" i="1" kern="1200" baseline="0"/>
            <a:t>.</a:t>
          </a:r>
          <a:r>
            <a:rPr lang="en-US" sz="2300" b="0" i="0" kern="1200" baseline="0"/>
            <a:t>67×. </a:t>
          </a:r>
          <a:endParaRPr lang="en-US" sz="2300" kern="1200"/>
        </a:p>
      </dsp:txBody>
      <dsp:txXfrm>
        <a:off x="1437631" y="531"/>
        <a:ext cx="9077968" cy="1244702"/>
      </dsp:txXfrm>
    </dsp:sp>
    <dsp:sp modelId="{2F6D1F3D-7193-482A-AD15-3FD3C9BFB849}">
      <dsp:nvSpPr>
        <dsp:cNvPr id="0" name=""/>
        <dsp:cNvSpPr/>
      </dsp:nvSpPr>
      <dsp:spPr>
        <a:xfrm>
          <a:off x="0" y="1556410"/>
          <a:ext cx="10515600" cy="124470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A7AAB64-C543-4A49-A969-91EABE40E8F0}">
      <dsp:nvSpPr>
        <dsp:cNvPr id="0" name=""/>
        <dsp:cNvSpPr/>
      </dsp:nvSpPr>
      <dsp:spPr>
        <a:xfrm>
          <a:off x="376522" y="1836468"/>
          <a:ext cx="684586" cy="68458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CD3167F-3D6C-435D-B18B-3F8CD6E9BD7C}">
      <dsp:nvSpPr>
        <dsp:cNvPr id="0" name=""/>
        <dsp:cNvSpPr/>
      </dsp:nvSpPr>
      <dsp:spPr>
        <a:xfrm>
          <a:off x="1437631" y="1556410"/>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22350">
            <a:lnSpc>
              <a:spcPct val="90000"/>
            </a:lnSpc>
            <a:spcBef>
              <a:spcPct val="0"/>
            </a:spcBef>
            <a:spcAft>
              <a:spcPct val="35000"/>
            </a:spcAft>
            <a:buNone/>
          </a:pPr>
          <a:r>
            <a:rPr lang="en-US" sz="2300" b="0" i="0" kern="1200" baseline="0"/>
            <a:t>Even though we made a substantial improvement to a major part of the system, our net speedup was significantly less than the speedup for the one part.</a:t>
          </a:r>
          <a:endParaRPr lang="en-US" sz="2300" kern="1200"/>
        </a:p>
      </dsp:txBody>
      <dsp:txXfrm>
        <a:off x="1437631" y="1556410"/>
        <a:ext cx="9077968" cy="1244702"/>
      </dsp:txXfrm>
    </dsp:sp>
    <dsp:sp modelId="{768CD605-1830-4A8D-89D0-A3BDFE556250}">
      <dsp:nvSpPr>
        <dsp:cNvPr id="0" name=""/>
        <dsp:cNvSpPr/>
      </dsp:nvSpPr>
      <dsp:spPr>
        <a:xfrm>
          <a:off x="0" y="3112289"/>
          <a:ext cx="10515600" cy="1244702"/>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35B20A9-1C2E-4449-9859-A6138466EBE0}">
      <dsp:nvSpPr>
        <dsp:cNvPr id="0" name=""/>
        <dsp:cNvSpPr/>
      </dsp:nvSpPr>
      <dsp:spPr>
        <a:xfrm>
          <a:off x="376522" y="3392347"/>
          <a:ext cx="684586" cy="68458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900E184-86AD-4EC6-A4B3-F3AAE4690078}">
      <dsp:nvSpPr>
        <dsp:cNvPr id="0" name=""/>
        <dsp:cNvSpPr/>
      </dsp:nvSpPr>
      <dsp:spPr>
        <a:xfrm>
          <a:off x="1437631" y="3112289"/>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22350">
            <a:lnSpc>
              <a:spcPct val="90000"/>
            </a:lnSpc>
            <a:spcBef>
              <a:spcPct val="0"/>
            </a:spcBef>
            <a:spcAft>
              <a:spcPct val="35000"/>
            </a:spcAft>
            <a:buNone/>
          </a:pPr>
          <a:r>
            <a:rPr lang="en-US" sz="2300" b="0" i="0" kern="1200" baseline="0"/>
            <a:t>This is the major insight of Amdahl’s law to significantly speed up the entire system, we must improve the speed of a very large fraction of the overall system.</a:t>
          </a:r>
          <a:endParaRPr lang="en-US" sz="2300" kern="1200"/>
        </a:p>
      </dsp:txBody>
      <dsp:txXfrm>
        <a:off x="1437631" y="3112289"/>
        <a:ext cx="9077968" cy="124470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838CAF-A0A0-4C0F-AAA0-691B58EECB69}">
      <dsp:nvSpPr>
        <dsp:cNvPr id="0" name=""/>
        <dsp:cNvSpPr/>
      </dsp:nvSpPr>
      <dsp:spPr>
        <a:xfrm>
          <a:off x="1333" y="110983"/>
          <a:ext cx="4682211" cy="2973204"/>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9AE25D7-E0AA-4C7D-8B4B-1A8881ADA468}">
      <dsp:nvSpPr>
        <dsp:cNvPr id="0" name=""/>
        <dsp:cNvSpPr/>
      </dsp:nvSpPr>
      <dsp:spPr>
        <a:xfrm>
          <a:off x="521579" y="605216"/>
          <a:ext cx="4682211" cy="2973204"/>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b="0" i="0" kern="1200" baseline="0"/>
            <a:t>At a much lower level of abstraction, modern processors can execute multiple instructions at one time, a property known as </a:t>
          </a:r>
          <a:r>
            <a:rPr lang="en-US" sz="2900" b="0" i="1" kern="1200" baseline="0"/>
            <a:t>instruction-level parallelism</a:t>
          </a:r>
          <a:r>
            <a:rPr lang="en-US" sz="2900" b="0" i="0" kern="1200" baseline="0"/>
            <a:t>.</a:t>
          </a:r>
          <a:endParaRPr lang="en-US" sz="2900" kern="1200"/>
        </a:p>
      </dsp:txBody>
      <dsp:txXfrm>
        <a:off x="608661" y="692298"/>
        <a:ext cx="4508047" cy="2799040"/>
      </dsp:txXfrm>
    </dsp:sp>
    <dsp:sp modelId="{4E86CF28-F135-4E38-A660-4B04BD36DB75}">
      <dsp:nvSpPr>
        <dsp:cNvPr id="0" name=""/>
        <dsp:cNvSpPr/>
      </dsp:nvSpPr>
      <dsp:spPr>
        <a:xfrm>
          <a:off x="5724037" y="110983"/>
          <a:ext cx="4682211" cy="2973204"/>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D3A8685-57F1-4111-AC91-F78DC7C705EC}">
      <dsp:nvSpPr>
        <dsp:cNvPr id="0" name=""/>
        <dsp:cNvSpPr/>
      </dsp:nvSpPr>
      <dsp:spPr>
        <a:xfrm>
          <a:off x="6244283" y="605216"/>
          <a:ext cx="4682211" cy="2973204"/>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b="0" i="0" kern="1200" baseline="0"/>
            <a:t>Processors that can sustain execution rates faster than 1 instruction per cycle are known as </a:t>
          </a:r>
          <a:r>
            <a:rPr lang="en-US" sz="2900" b="0" i="1" kern="1200" baseline="0"/>
            <a:t>superscalar </a:t>
          </a:r>
          <a:r>
            <a:rPr lang="en-US" sz="2900" b="0" i="0" kern="1200" baseline="0"/>
            <a:t>processors.</a:t>
          </a:r>
          <a:endParaRPr lang="en-US" sz="2900" kern="1200"/>
        </a:p>
      </dsp:txBody>
      <dsp:txXfrm>
        <a:off x="6331365" y="692298"/>
        <a:ext cx="4508047" cy="279904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FB1187-8754-4010-8114-D43A60B81F75}">
      <dsp:nvSpPr>
        <dsp:cNvPr id="0" name=""/>
        <dsp:cNvSpPr/>
      </dsp:nvSpPr>
      <dsp:spPr>
        <a:xfrm>
          <a:off x="1333" y="110983"/>
          <a:ext cx="4682211" cy="297320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5402CF5-8189-4AC6-A1E2-B37F17FFD801}">
      <dsp:nvSpPr>
        <dsp:cNvPr id="0" name=""/>
        <dsp:cNvSpPr/>
      </dsp:nvSpPr>
      <dsp:spPr>
        <a:xfrm>
          <a:off x="521579" y="605216"/>
          <a:ext cx="4682211" cy="297320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0" i="0" kern="1200" baseline="0"/>
            <a:t>At the lowest level, many modern processors have special hardware that allows a single instruction to cause multiple operations to be performed in parallel, a mode known as </a:t>
          </a:r>
          <a:r>
            <a:rPr lang="en-US" sz="2400" b="0" i="1" kern="1200" baseline="0"/>
            <a:t>single-instruction, multiple-data </a:t>
          </a:r>
          <a:r>
            <a:rPr lang="en-US" sz="2400" b="0" i="0" kern="1200" baseline="0"/>
            <a:t>(SIMD) parallelism.</a:t>
          </a:r>
          <a:endParaRPr lang="en-US" sz="2400" kern="1200"/>
        </a:p>
      </dsp:txBody>
      <dsp:txXfrm>
        <a:off x="608661" y="692298"/>
        <a:ext cx="4508047" cy="2799040"/>
      </dsp:txXfrm>
    </dsp:sp>
    <dsp:sp modelId="{1CAC6FE4-2512-4B70-AB67-50D75E880DD4}">
      <dsp:nvSpPr>
        <dsp:cNvPr id="0" name=""/>
        <dsp:cNvSpPr/>
      </dsp:nvSpPr>
      <dsp:spPr>
        <a:xfrm>
          <a:off x="5724037" y="110983"/>
          <a:ext cx="4682211" cy="297320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C7457F2-BF9F-4C48-A6CC-BE8F75A10D95}">
      <dsp:nvSpPr>
        <dsp:cNvPr id="0" name=""/>
        <dsp:cNvSpPr/>
      </dsp:nvSpPr>
      <dsp:spPr>
        <a:xfrm>
          <a:off x="6244283" y="605216"/>
          <a:ext cx="4682211" cy="297320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0" i="0" kern="1200" baseline="0"/>
            <a:t>These SIMD instructions are provided mostly to speed up applications that process image, sound, and video data.</a:t>
          </a:r>
          <a:endParaRPr lang="en-US" sz="2400" kern="1200"/>
        </a:p>
      </dsp:txBody>
      <dsp:txXfrm>
        <a:off x="6331365" y="692298"/>
        <a:ext cx="4508047" cy="279904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4B643DA-594A-4035-B66F-876305A8FB59}" type="datetimeFigureOut">
              <a:rPr lang="en-US" smtClean="0"/>
              <a:t>7/1/2025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CA60FE-7FC0-4017-BEF2-3AA9C93EF49F}" type="slidenum">
              <a:rPr lang="en-US" smtClean="0"/>
              <a:t>‹#›</a:t>
            </a:fld>
            <a:endParaRPr lang="en-US"/>
          </a:p>
        </p:txBody>
      </p:sp>
    </p:spTree>
    <p:extLst>
      <p:ext uri="{BB962C8B-B14F-4D97-AF65-F5344CB8AC3E}">
        <p14:creationId xmlns:p14="http://schemas.microsoft.com/office/powerpoint/2010/main" val="38438786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B643DA-594A-4035-B66F-876305A8FB59}" type="datetimeFigureOut">
              <a:rPr lang="en-US" smtClean="0"/>
              <a:t>7/1/2025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CA60FE-7FC0-4017-BEF2-3AA9C93EF49F}" type="slidenum">
              <a:rPr lang="en-US" smtClean="0"/>
              <a:t>‹#›</a:t>
            </a:fld>
            <a:endParaRPr lang="en-US"/>
          </a:p>
        </p:txBody>
      </p:sp>
    </p:spTree>
    <p:extLst>
      <p:ext uri="{BB962C8B-B14F-4D97-AF65-F5344CB8AC3E}">
        <p14:creationId xmlns:p14="http://schemas.microsoft.com/office/powerpoint/2010/main" val="13024322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B643DA-594A-4035-B66F-876305A8FB59}" type="datetimeFigureOut">
              <a:rPr lang="en-US" smtClean="0"/>
              <a:t>7/1/2025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CA60FE-7FC0-4017-BEF2-3AA9C93EF49F}" type="slidenum">
              <a:rPr lang="en-US" smtClean="0"/>
              <a:t>‹#›</a:t>
            </a:fld>
            <a:endParaRPr lang="en-US"/>
          </a:p>
        </p:txBody>
      </p:sp>
    </p:spTree>
    <p:extLst>
      <p:ext uri="{BB962C8B-B14F-4D97-AF65-F5344CB8AC3E}">
        <p14:creationId xmlns:p14="http://schemas.microsoft.com/office/powerpoint/2010/main" val="30856980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4B643DA-594A-4035-B66F-876305A8FB59}" type="datetimeFigureOut">
              <a:rPr lang="en-US" smtClean="0"/>
              <a:t>7/1/2025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ACA60FE-7FC0-4017-BEF2-3AA9C93EF49F}" type="slidenum">
              <a:rPr lang="en-US" smtClean="0"/>
              <a:t>‹#›</a:t>
            </a:fld>
            <a:endParaRPr lang="en-US"/>
          </a:p>
        </p:txBody>
      </p:sp>
    </p:spTree>
    <p:extLst>
      <p:ext uri="{BB962C8B-B14F-4D97-AF65-F5344CB8AC3E}">
        <p14:creationId xmlns:p14="http://schemas.microsoft.com/office/powerpoint/2010/main" val="3178192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4B643DA-594A-4035-B66F-876305A8FB59}" type="datetimeFigureOut">
              <a:rPr lang="en-US" smtClean="0"/>
              <a:t>7/1/2025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ACA60FE-7FC0-4017-BEF2-3AA9C93EF49F}" type="slidenum">
              <a:rPr lang="en-US" smtClean="0"/>
              <a:t>‹#›</a:t>
            </a:fld>
            <a:endParaRPr lang="en-US"/>
          </a:p>
        </p:txBody>
      </p:sp>
    </p:spTree>
    <p:extLst>
      <p:ext uri="{BB962C8B-B14F-4D97-AF65-F5344CB8AC3E}">
        <p14:creationId xmlns:p14="http://schemas.microsoft.com/office/powerpoint/2010/main" val="33235789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4B643DA-594A-4035-B66F-876305A8FB59}" type="datetimeFigureOut">
              <a:rPr lang="en-US" smtClean="0"/>
              <a:t>7/1/2025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ACA60FE-7FC0-4017-BEF2-3AA9C93EF49F}" type="slidenum">
              <a:rPr lang="en-US" smtClean="0"/>
              <a:t>‹#›</a:t>
            </a:fld>
            <a:endParaRPr lang="en-US"/>
          </a:p>
        </p:txBody>
      </p:sp>
    </p:spTree>
    <p:extLst>
      <p:ext uri="{BB962C8B-B14F-4D97-AF65-F5344CB8AC3E}">
        <p14:creationId xmlns:p14="http://schemas.microsoft.com/office/powerpoint/2010/main" val="29946666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B643DA-594A-4035-B66F-876305A8FB59}" type="datetimeFigureOut">
              <a:rPr lang="en-US" smtClean="0"/>
              <a:t>7/1/2025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ACA60FE-7FC0-4017-BEF2-3AA9C93EF49F}" type="slidenum">
              <a:rPr lang="en-US" smtClean="0"/>
              <a:t>‹#›</a:t>
            </a:fld>
            <a:endParaRPr lang="en-US"/>
          </a:p>
        </p:txBody>
      </p:sp>
    </p:spTree>
    <p:extLst>
      <p:ext uri="{BB962C8B-B14F-4D97-AF65-F5344CB8AC3E}">
        <p14:creationId xmlns:p14="http://schemas.microsoft.com/office/powerpoint/2010/main" val="40980782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4B643DA-594A-4035-B66F-876305A8FB59}" type="datetimeFigureOut">
              <a:rPr lang="en-US" smtClean="0"/>
              <a:t>7/1/2025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ACA60FE-7FC0-4017-BEF2-3AA9C93EF49F}" type="slidenum">
              <a:rPr lang="en-US" smtClean="0"/>
              <a:t>‹#›</a:t>
            </a:fld>
            <a:endParaRPr lang="en-US"/>
          </a:p>
        </p:txBody>
      </p:sp>
    </p:spTree>
    <p:extLst>
      <p:ext uri="{BB962C8B-B14F-4D97-AF65-F5344CB8AC3E}">
        <p14:creationId xmlns:p14="http://schemas.microsoft.com/office/powerpoint/2010/main" val="1462456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4B643DA-594A-4035-B66F-876305A8FB59}" type="datetimeFigureOut">
              <a:rPr lang="en-US" smtClean="0"/>
              <a:t>7/1/2025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ACA60FE-7FC0-4017-BEF2-3AA9C93EF49F}" type="slidenum">
              <a:rPr lang="en-US" smtClean="0"/>
              <a:t>‹#›</a:t>
            </a:fld>
            <a:endParaRPr lang="en-US"/>
          </a:p>
        </p:txBody>
      </p:sp>
    </p:spTree>
    <p:extLst>
      <p:ext uri="{BB962C8B-B14F-4D97-AF65-F5344CB8AC3E}">
        <p14:creationId xmlns:p14="http://schemas.microsoft.com/office/powerpoint/2010/main" val="36386751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B643DA-594A-4035-B66F-876305A8FB59}" type="datetimeFigureOut">
              <a:rPr lang="en-US" smtClean="0"/>
              <a:t>7/1/2025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CA60FE-7FC0-4017-BEF2-3AA9C93EF49F}" type="slidenum">
              <a:rPr lang="en-US" smtClean="0"/>
              <a:t>‹#›</a:t>
            </a:fld>
            <a:endParaRPr lang="en-US"/>
          </a:p>
        </p:txBody>
      </p:sp>
    </p:spTree>
    <p:extLst>
      <p:ext uri="{BB962C8B-B14F-4D97-AF65-F5344CB8AC3E}">
        <p14:creationId xmlns:p14="http://schemas.microsoft.com/office/powerpoint/2010/main" val="3204713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B643DA-594A-4035-B66F-876305A8FB59}" type="datetimeFigureOut">
              <a:rPr lang="en-US" smtClean="0"/>
              <a:t>7/1/2025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CA60FE-7FC0-4017-BEF2-3AA9C93EF49F}" type="slidenum">
              <a:rPr lang="en-US" smtClean="0"/>
              <a:t>‹#›</a:t>
            </a:fld>
            <a:endParaRPr lang="en-US"/>
          </a:p>
        </p:txBody>
      </p:sp>
    </p:spTree>
    <p:extLst>
      <p:ext uri="{BB962C8B-B14F-4D97-AF65-F5344CB8AC3E}">
        <p14:creationId xmlns:p14="http://schemas.microsoft.com/office/powerpoint/2010/main" val="9929609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B643DA-594A-4035-B66F-876305A8FB59}" type="datetimeFigureOut">
              <a:rPr lang="en-US" smtClean="0"/>
              <a:t>7/1/2025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CA60FE-7FC0-4017-BEF2-3AA9C93EF49F}" type="slidenum">
              <a:rPr lang="en-US" smtClean="0"/>
              <a:t>‹#›</a:t>
            </a:fld>
            <a:endParaRPr lang="en-US"/>
          </a:p>
        </p:txBody>
      </p:sp>
    </p:spTree>
    <p:extLst>
      <p:ext uri="{BB962C8B-B14F-4D97-AF65-F5344CB8AC3E}">
        <p14:creationId xmlns:p14="http://schemas.microsoft.com/office/powerpoint/2010/main" val="32957765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6ADC262-99D6-C90D-AAC0-C0559F3E6A81}"/>
              </a:ext>
            </a:extLst>
          </p:cNvPr>
          <p:cNvSpPr>
            <a:spLocks noGrp="1" noChangeArrowheads="1"/>
          </p:cNvSpPr>
          <p:nvPr>
            <p:ph type="ctrTitle"/>
          </p:nvPr>
        </p:nvSpPr>
        <p:spPr/>
        <p:txBody>
          <a:bodyPr>
            <a:normAutofit/>
          </a:bodyPr>
          <a:lstStyle/>
          <a:p>
            <a:pPr algn="just" eaLnBrk="1" hangingPunct="1">
              <a:spcBef>
                <a:spcPct val="50000"/>
              </a:spcBef>
            </a:pPr>
            <a:r>
              <a:rPr lang="en-US" altLang="en-US" sz="3600" b="1" dirty="0"/>
              <a:t>Computer Organization and Assembly Language</a:t>
            </a:r>
            <a:endParaRPr lang="en-US" altLang="en-US" sz="7200" b="1" dirty="0"/>
          </a:p>
          <a:p>
            <a:pPr algn="r" eaLnBrk="1" hangingPunct="1">
              <a:spcBef>
                <a:spcPct val="150000"/>
              </a:spcBef>
            </a:pPr>
            <a:br>
              <a:rPr lang="en-US" altLang="en-US" sz="1400" i="1" u="sng" dirty="0"/>
            </a:br>
            <a:endParaRPr lang="en-US" altLang="en-US" sz="1400" i="1" u="sng" dirty="0"/>
          </a:p>
        </p:txBody>
      </p:sp>
      <p:sp>
        <p:nvSpPr>
          <p:cNvPr id="3" name="Subtitle 2">
            <a:extLst>
              <a:ext uri="{FF2B5EF4-FFF2-40B4-BE49-F238E27FC236}">
                <a16:creationId xmlns:a16="http://schemas.microsoft.com/office/drawing/2014/main" id="{FD20FEE5-D0E2-3A25-E47F-611026A08EFC}"/>
              </a:ext>
            </a:extLst>
          </p:cNvPr>
          <p:cNvSpPr>
            <a:spLocks noGrp="1"/>
          </p:cNvSpPr>
          <p:nvPr>
            <p:ph type="subTitle" idx="1"/>
          </p:nvPr>
        </p:nvSpPr>
        <p:spPr/>
        <p:txBody>
          <a:bodyPr/>
          <a:lstStyle/>
          <a:p>
            <a:pPr algn="r"/>
            <a:r>
              <a:rPr lang="en-US" altLang="en-US" sz="2400" i="1" u="sng" dirty="0"/>
              <a:t>By Abdual Qaddous</a:t>
            </a:r>
            <a:endParaRPr lang="en-US" dirty="0"/>
          </a:p>
        </p:txBody>
      </p:sp>
    </p:spTree>
    <p:extLst>
      <p:ext uri="{BB962C8B-B14F-4D97-AF65-F5344CB8AC3E}">
        <p14:creationId xmlns:p14="http://schemas.microsoft.com/office/powerpoint/2010/main" val="21490622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25D7C-33B1-B642-94B2-1ED7DA07C7F0}"/>
              </a:ext>
            </a:extLst>
          </p:cNvPr>
          <p:cNvSpPr>
            <a:spLocks noGrp="1"/>
          </p:cNvSpPr>
          <p:nvPr>
            <p:ph type="title"/>
          </p:nvPr>
        </p:nvSpPr>
        <p:spPr/>
        <p:txBody>
          <a:bodyPr>
            <a:normAutofit/>
          </a:bodyPr>
          <a:lstStyle/>
          <a:p>
            <a:r>
              <a:rPr lang="en-US" sz="3200" b="1" i="0" u="none" strike="noStrike" baseline="0">
                <a:latin typeface="Times New Roman" panose="02020603050405020304" pitchFamily="18" charset="0"/>
                <a:cs typeface="Times New Roman" panose="02020603050405020304" pitchFamily="18" charset="0"/>
              </a:rPr>
              <a:t>Systems Communicate with Other Systems Using Networks</a:t>
            </a:r>
            <a:endParaRPr lang="en-US" sz="3200">
              <a:latin typeface="Times New Roman" panose="02020603050405020304" pitchFamily="18" charset="0"/>
              <a:cs typeface="Times New Roman" panose="02020603050405020304" pitchFamily="18" charset="0"/>
            </a:endParaRPr>
          </a:p>
        </p:txBody>
      </p:sp>
      <p:graphicFrame>
        <p:nvGraphicFramePr>
          <p:cNvPr id="5" name="Content Placeholder 2">
            <a:extLst>
              <a:ext uri="{FF2B5EF4-FFF2-40B4-BE49-F238E27FC236}">
                <a16:creationId xmlns:a16="http://schemas.microsoft.com/office/drawing/2014/main" id="{A167C740-5BF6-8B99-3C32-CE44C16A93DD}"/>
              </a:ext>
            </a:extLst>
          </p:cNvPr>
          <p:cNvGraphicFramePr>
            <a:graphicFrameLocks noGrp="1"/>
          </p:cNvGraphicFramePr>
          <p:nvPr>
            <p:ph idx="1"/>
            <p:extLst>
              <p:ext uri="{D42A27DB-BD31-4B8C-83A1-F6EECF244321}">
                <p14:modId xmlns:p14="http://schemas.microsoft.com/office/powerpoint/2010/main" val="346713072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447287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A5A25-2F41-3550-F841-05B02D788C80}"/>
              </a:ext>
            </a:extLst>
          </p:cNvPr>
          <p:cNvSpPr>
            <a:spLocks noGrp="1"/>
          </p:cNvSpPr>
          <p:nvPr>
            <p:ph type="title"/>
          </p:nvPr>
        </p:nvSpPr>
        <p:spPr/>
        <p:txBody>
          <a:bodyPr/>
          <a:lstStyle/>
          <a:p>
            <a:r>
              <a:rPr lang="en-US" dirty="0"/>
              <a:t>Data Sending process to Network</a:t>
            </a:r>
          </a:p>
        </p:txBody>
      </p:sp>
      <p:pic>
        <p:nvPicPr>
          <p:cNvPr id="5" name="Content Placeholder 4">
            <a:extLst>
              <a:ext uri="{FF2B5EF4-FFF2-40B4-BE49-F238E27FC236}">
                <a16:creationId xmlns:a16="http://schemas.microsoft.com/office/drawing/2014/main" id="{9816C60A-5410-2D32-8710-8001A49596EA}"/>
              </a:ext>
            </a:extLst>
          </p:cNvPr>
          <p:cNvPicPr>
            <a:picLocks noGrp="1" noChangeAspect="1"/>
          </p:cNvPicPr>
          <p:nvPr>
            <p:ph idx="1"/>
          </p:nvPr>
        </p:nvPicPr>
        <p:blipFill>
          <a:blip r:embed="rId2"/>
          <a:stretch>
            <a:fillRect/>
          </a:stretch>
        </p:blipFill>
        <p:spPr>
          <a:xfrm>
            <a:off x="2045970" y="1463040"/>
            <a:ext cx="8100060" cy="4984115"/>
          </a:xfrm>
        </p:spPr>
      </p:pic>
    </p:spTree>
    <p:extLst>
      <p:ext uri="{BB962C8B-B14F-4D97-AF65-F5344CB8AC3E}">
        <p14:creationId xmlns:p14="http://schemas.microsoft.com/office/powerpoint/2010/main" val="8353315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7AEBD-A947-5F56-DC63-3C4EBD330E4A}"/>
              </a:ext>
            </a:extLst>
          </p:cNvPr>
          <p:cNvSpPr>
            <a:spLocks noGrp="1"/>
          </p:cNvSpPr>
          <p:nvPr>
            <p:ph type="title"/>
          </p:nvPr>
        </p:nvSpPr>
        <p:spPr/>
        <p:txBody>
          <a:bodyPr/>
          <a:lstStyle/>
          <a:p>
            <a:r>
              <a:rPr lang="en-US" dirty="0"/>
              <a:t>Communication between Remote Systems</a:t>
            </a:r>
          </a:p>
        </p:txBody>
      </p:sp>
      <p:pic>
        <p:nvPicPr>
          <p:cNvPr id="4" name="Content Placeholder 3">
            <a:extLst>
              <a:ext uri="{FF2B5EF4-FFF2-40B4-BE49-F238E27FC236}">
                <a16:creationId xmlns:a16="http://schemas.microsoft.com/office/drawing/2014/main" id="{D165458A-6221-D1F0-D9D9-8668F25EF305}"/>
              </a:ext>
            </a:extLst>
          </p:cNvPr>
          <p:cNvPicPr>
            <a:picLocks noGrp="1" noChangeAspect="1"/>
          </p:cNvPicPr>
          <p:nvPr>
            <p:ph idx="1"/>
          </p:nvPr>
        </p:nvPicPr>
        <p:blipFill>
          <a:blip r:embed="rId2"/>
          <a:stretch>
            <a:fillRect/>
          </a:stretch>
        </p:blipFill>
        <p:spPr>
          <a:xfrm>
            <a:off x="1333500" y="1690688"/>
            <a:ext cx="9525000" cy="3664973"/>
          </a:xfrm>
          <a:prstGeom prst="rect">
            <a:avLst/>
          </a:prstGeom>
        </p:spPr>
      </p:pic>
    </p:spTree>
    <p:extLst>
      <p:ext uri="{BB962C8B-B14F-4D97-AF65-F5344CB8AC3E}">
        <p14:creationId xmlns:p14="http://schemas.microsoft.com/office/powerpoint/2010/main" val="29307995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1CB4C-2793-DA0A-9581-9AA79304F940}"/>
              </a:ext>
            </a:extLst>
          </p:cNvPr>
          <p:cNvSpPr>
            <a:spLocks noGrp="1"/>
          </p:cNvSpPr>
          <p:nvPr>
            <p:ph type="title"/>
          </p:nvPr>
        </p:nvSpPr>
        <p:spPr/>
        <p:txBody>
          <a:bodyPr/>
          <a:lstStyle/>
          <a:p>
            <a:r>
              <a:rPr lang="en-US" dirty="0"/>
              <a:t>What is computer?</a:t>
            </a:r>
          </a:p>
        </p:txBody>
      </p:sp>
      <p:sp>
        <p:nvSpPr>
          <p:cNvPr id="3" name="Content Placeholder 2">
            <a:extLst>
              <a:ext uri="{FF2B5EF4-FFF2-40B4-BE49-F238E27FC236}">
                <a16:creationId xmlns:a16="http://schemas.microsoft.com/office/drawing/2014/main" id="{377604A2-5F41-023F-3BCE-17476C3DE0B8}"/>
              </a:ext>
            </a:extLst>
          </p:cNvPr>
          <p:cNvSpPr>
            <a:spLocks noGrp="1"/>
          </p:cNvSpPr>
          <p:nvPr>
            <p:ph idx="1"/>
          </p:nvPr>
        </p:nvSpPr>
        <p:spPr/>
        <p:txBody>
          <a:bodyPr/>
          <a:lstStyle/>
          <a:p>
            <a:r>
              <a:rPr lang="en-US" dirty="0"/>
              <a:t>An important idea to take away from this discussion is that a system is more than just hardware. </a:t>
            </a:r>
          </a:p>
          <a:p>
            <a:r>
              <a:rPr lang="en-US" dirty="0"/>
              <a:t>It is a collection of intertwined hardware and systems software that must cooperate in order to achieve the ultimate goal of running application programs.</a:t>
            </a:r>
          </a:p>
          <a:p>
            <a:r>
              <a:rPr lang="en-US" dirty="0"/>
              <a:t>So how we measure the performance of a system.???</a:t>
            </a:r>
          </a:p>
        </p:txBody>
      </p:sp>
    </p:spTree>
    <p:extLst>
      <p:ext uri="{BB962C8B-B14F-4D97-AF65-F5344CB8AC3E}">
        <p14:creationId xmlns:p14="http://schemas.microsoft.com/office/powerpoint/2010/main" val="25860107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7DC14DB-B8F9-4B8E-BB6F-1CC0293C98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8C5EC73-3999-4CE9-A304-0A33B43114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C3621FEA-44E1-45C2-A17F-9C6A4BCE49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15" name="Oval 14">
              <a:extLst>
                <a:ext uri="{FF2B5EF4-FFF2-40B4-BE49-F238E27FC236}">
                  <a16:creationId xmlns:a16="http://schemas.microsoft.com/office/drawing/2014/main" id="{256AA652-7A5F-489D-84BF-DA2C202C8A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6B6FD365-E0AC-425B-96DE-D08EEFCAF5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8C2D383F-2F6F-406F-B10F-7C9E84392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444D9159-3557-49A5-ACF5-5AA6388C8C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E0F3C549-4033-4887-B44D-CA5C50ACB9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12CBEFD8-FB3E-4769-BCF7-D58E440C03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Rectangle 21">
            <a:extLst>
              <a:ext uri="{FF2B5EF4-FFF2-40B4-BE49-F238E27FC236}">
                <a16:creationId xmlns:a16="http://schemas.microsoft.com/office/drawing/2014/main" id="{7B15D645-CAC7-46F1-BA18-D731D08909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FDF268E0-ACCF-492F-8275-1F0AA256B37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25" name="Straight Connector 24">
              <a:extLst>
                <a:ext uri="{FF2B5EF4-FFF2-40B4-BE49-F238E27FC236}">
                  <a16:creationId xmlns:a16="http://schemas.microsoft.com/office/drawing/2014/main" id="{B11B9E42-44B3-4EBD-8F71-13C6ED34081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C63748F2-877D-4C3C-8AEB-59CC1F705C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39D52DA-0AA6-474D-966F-FB4C5F5B587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D800825-8618-4241-8589-CB2AE17CF7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30" name="Rectangle 29">
            <a:extLst>
              <a:ext uri="{FF2B5EF4-FFF2-40B4-BE49-F238E27FC236}">
                <a16:creationId xmlns:a16="http://schemas.microsoft.com/office/drawing/2014/main" id="{DC953D31-C1A7-4FC4-8CDF-85E2F34ABF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 name="Group 31">
            <a:extLst>
              <a:ext uri="{FF2B5EF4-FFF2-40B4-BE49-F238E27FC236}">
                <a16:creationId xmlns:a16="http://schemas.microsoft.com/office/drawing/2014/main" id="{10F141FE-87E1-4A1E-97A5-B072042E0F5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33" name="Straight Connector 32">
              <a:extLst>
                <a:ext uri="{FF2B5EF4-FFF2-40B4-BE49-F238E27FC236}">
                  <a16:creationId xmlns:a16="http://schemas.microsoft.com/office/drawing/2014/main" id="{4523F37A-A07A-4CAC-AFC1-3FA4FD4BFC6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88A387D-82C8-40B7-BADA-6BDBD9B3B1D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EB29A9F-593B-416C-AC64-DE56AE976C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44A393C6-4F1D-4472-A646-B2BADD561C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411B954-EC12-4FED-4C8A-066BEEF8004D}"/>
              </a:ext>
            </a:extLst>
          </p:cNvPr>
          <p:cNvSpPr>
            <a:spLocks noGrp="1"/>
          </p:cNvSpPr>
          <p:nvPr>
            <p:ph type="title"/>
          </p:nvPr>
        </p:nvSpPr>
        <p:spPr>
          <a:xfrm>
            <a:off x="630936" y="630936"/>
            <a:ext cx="4615782" cy="5509815"/>
          </a:xfrm>
          <a:noFill/>
        </p:spPr>
        <p:txBody>
          <a:bodyPr anchor="t">
            <a:normAutofit/>
          </a:bodyPr>
          <a:lstStyle/>
          <a:p>
            <a:r>
              <a:rPr lang="en-US" sz="4800" b="1">
                <a:solidFill>
                  <a:schemeClr val="bg1"/>
                </a:solidFill>
              </a:rPr>
              <a:t>Amdahl’s Law</a:t>
            </a:r>
          </a:p>
        </p:txBody>
      </p:sp>
      <p:sp>
        <p:nvSpPr>
          <p:cNvPr id="3" name="Content Placeholder 2">
            <a:extLst>
              <a:ext uri="{FF2B5EF4-FFF2-40B4-BE49-F238E27FC236}">
                <a16:creationId xmlns:a16="http://schemas.microsoft.com/office/drawing/2014/main" id="{31C8A495-D6B3-0850-4483-E3BAC7EF01CF}"/>
              </a:ext>
            </a:extLst>
          </p:cNvPr>
          <p:cNvSpPr>
            <a:spLocks noGrp="1"/>
          </p:cNvSpPr>
          <p:nvPr>
            <p:ph idx="1"/>
          </p:nvPr>
        </p:nvSpPr>
        <p:spPr>
          <a:xfrm>
            <a:off x="5874593" y="123425"/>
            <a:ext cx="5251275" cy="5675424"/>
          </a:xfrm>
          <a:noFill/>
        </p:spPr>
        <p:txBody>
          <a:bodyPr anchor="t">
            <a:noAutofit/>
          </a:bodyPr>
          <a:lstStyle/>
          <a:p>
            <a:pPr>
              <a:buFont typeface="Wingdings" panose="05000000000000000000" pitchFamily="2" charset="2"/>
              <a:buChar char="Ø"/>
            </a:pPr>
            <a:r>
              <a:rPr lang="en-US" sz="2400" b="0" i="0" u="none" strike="noStrike" baseline="0" dirty="0">
                <a:solidFill>
                  <a:schemeClr val="bg1"/>
                </a:solidFill>
                <a:latin typeface="TimesTen-Roman"/>
              </a:rPr>
              <a:t>Gene Amdahl was one who measure the effectiveness of improving the performance of one part of a system.</a:t>
            </a:r>
          </a:p>
          <a:p>
            <a:pPr>
              <a:buFont typeface="Wingdings" panose="05000000000000000000" pitchFamily="2" charset="2"/>
              <a:buChar char="Ø"/>
            </a:pPr>
            <a:r>
              <a:rPr lang="en-US" sz="2400" b="0" i="0" u="none" strike="noStrike" baseline="0" dirty="0">
                <a:solidFill>
                  <a:schemeClr val="bg1"/>
                </a:solidFill>
                <a:latin typeface="TimesTen-Roman"/>
              </a:rPr>
              <a:t>The main idea is that when we speed up one part of a system, the effect on the overall system performance depends on both how significant this part was and how much it sped up.</a:t>
            </a:r>
          </a:p>
          <a:p>
            <a:pPr>
              <a:buFont typeface="Wingdings" panose="05000000000000000000" pitchFamily="2" charset="2"/>
              <a:buChar char="Ø"/>
            </a:pPr>
            <a:r>
              <a:rPr lang="en-US" sz="2400" b="0" i="0" u="none" strike="noStrike" baseline="0" dirty="0">
                <a:solidFill>
                  <a:schemeClr val="bg1"/>
                </a:solidFill>
                <a:latin typeface="TimesTen-Roman"/>
              </a:rPr>
              <a:t> Consider a system in which executing some application requires time </a:t>
            </a:r>
            <a:r>
              <a:rPr lang="en-US" sz="2400" b="0" i="1" u="none" strike="noStrike" baseline="0" dirty="0">
                <a:solidFill>
                  <a:schemeClr val="bg1"/>
                </a:solidFill>
                <a:latin typeface="MTMIZ"/>
              </a:rPr>
              <a:t>T</a:t>
            </a:r>
            <a:r>
              <a:rPr lang="en-US" sz="2400" b="0" i="0" u="none" strike="noStrike" baseline="0" dirty="0">
                <a:solidFill>
                  <a:schemeClr val="bg1"/>
                </a:solidFill>
                <a:latin typeface="TimesTen-Roman"/>
              </a:rPr>
              <a:t>old.</a:t>
            </a:r>
          </a:p>
          <a:p>
            <a:pPr>
              <a:buFont typeface="Wingdings" panose="05000000000000000000" pitchFamily="2" charset="2"/>
              <a:buChar char="Ø"/>
            </a:pPr>
            <a:r>
              <a:rPr lang="en-US" sz="2400" b="0" i="0" u="none" strike="noStrike" baseline="0" dirty="0">
                <a:solidFill>
                  <a:schemeClr val="bg1"/>
                </a:solidFill>
                <a:latin typeface="TimesTen-Roman"/>
              </a:rPr>
              <a:t> Suppose some part of the system requires a fraction </a:t>
            </a:r>
            <a:r>
              <a:rPr lang="en-US" sz="2400" b="0" i="1" u="none" strike="noStrike" baseline="0" dirty="0">
                <a:solidFill>
                  <a:schemeClr val="bg1"/>
                </a:solidFill>
                <a:latin typeface="MTMIZ"/>
              </a:rPr>
              <a:t>α </a:t>
            </a:r>
            <a:r>
              <a:rPr lang="en-US" sz="2400" b="0" i="0" u="none" strike="noStrike" baseline="0" dirty="0">
                <a:solidFill>
                  <a:schemeClr val="bg1"/>
                </a:solidFill>
                <a:latin typeface="TimesTen-Roman"/>
              </a:rPr>
              <a:t>of this time, and that we improve its performance by a factor of </a:t>
            </a:r>
            <a:r>
              <a:rPr lang="en-US" sz="2400" b="0" i="1" u="none" strike="noStrike" baseline="0" dirty="0">
                <a:solidFill>
                  <a:schemeClr val="bg1"/>
                </a:solidFill>
                <a:latin typeface="MTMIZ"/>
              </a:rPr>
              <a:t>k</a:t>
            </a:r>
            <a:r>
              <a:rPr lang="en-US" sz="2400" b="0" i="0" u="none" strike="noStrike" baseline="0" dirty="0">
                <a:solidFill>
                  <a:schemeClr val="bg1"/>
                </a:solidFill>
                <a:latin typeface="TimesTen-Roman"/>
              </a:rPr>
              <a:t>.</a:t>
            </a:r>
          </a:p>
          <a:p>
            <a:pPr>
              <a:buFont typeface="Wingdings" panose="05000000000000000000" pitchFamily="2" charset="2"/>
              <a:buChar char="Ø"/>
            </a:pPr>
            <a:r>
              <a:rPr lang="en-US" sz="2400" b="0" i="0" u="none" strike="noStrike" baseline="0" dirty="0">
                <a:solidFill>
                  <a:schemeClr val="bg1"/>
                </a:solidFill>
                <a:latin typeface="TimesTen-Roman"/>
              </a:rPr>
              <a:t> That is, the component originally required time </a:t>
            </a:r>
            <a:r>
              <a:rPr lang="en-US" sz="2400" b="0" i="1" u="none" strike="noStrike" baseline="0" dirty="0">
                <a:solidFill>
                  <a:schemeClr val="bg1"/>
                </a:solidFill>
                <a:latin typeface="MTMIZ"/>
              </a:rPr>
              <a:t>αT</a:t>
            </a:r>
            <a:r>
              <a:rPr lang="en-US" sz="2400" b="0" i="0" u="none" strike="noStrike" baseline="0" dirty="0">
                <a:solidFill>
                  <a:schemeClr val="bg1"/>
                </a:solidFill>
                <a:latin typeface="TimesTen-Roman"/>
              </a:rPr>
              <a:t>old, and it now requires time </a:t>
            </a:r>
            <a:r>
              <a:rPr lang="en-US" sz="2400" b="0" i="1" u="none" strike="noStrike" baseline="0" dirty="0">
                <a:solidFill>
                  <a:schemeClr val="bg1"/>
                </a:solidFill>
                <a:latin typeface="MTMIZ"/>
              </a:rPr>
              <a:t>(αT</a:t>
            </a:r>
            <a:r>
              <a:rPr lang="en-US" sz="2400" b="0" i="0" u="none" strike="noStrike" baseline="0" dirty="0">
                <a:solidFill>
                  <a:schemeClr val="bg1"/>
                </a:solidFill>
                <a:latin typeface="TimesTen-Roman"/>
              </a:rPr>
              <a:t>old</a:t>
            </a:r>
            <a:r>
              <a:rPr lang="en-US" sz="2400" b="0" i="1" u="none" strike="noStrike" baseline="0" dirty="0">
                <a:solidFill>
                  <a:schemeClr val="bg1"/>
                </a:solidFill>
                <a:latin typeface="MTMIZ"/>
              </a:rPr>
              <a:t>)/k</a:t>
            </a:r>
            <a:r>
              <a:rPr lang="en-US" sz="2400" b="0" i="0" u="none" strike="noStrike" baseline="0" dirty="0">
                <a:solidFill>
                  <a:schemeClr val="bg1"/>
                </a:solidFill>
                <a:latin typeface="TimesTen-Roman"/>
              </a:rPr>
              <a:t>. The overall execution time would thus be</a:t>
            </a:r>
            <a:endParaRPr lang="en-US" sz="2400" dirty="0">
              <a:solidFill>
                <a:schemeClr val="bg1"/>
              </a:solidFill>
            </a:endParaRPr>
          </a:p>
        </p:txBody>
      </p:sp>
      <p:pic>
        <p:nvPicPr>
          <p:cNvPr id="5" name="Picture 4">
            <a:extLst>
              <a:ext uri="{FF2B5EF4-FFF2-40B4-BE49-F238E27FC236}">
                <a16:creationId xmlns:a16="http://schemas.microsoft.com/office/drawing/2014/main" id="{0E5670A0-F832-0595-942D-EE858162F43F}"/>
              </a:ext>
            </a:extLst>
          </p:cNvPr>
          <p:cNvPicPr>
            <a:picLocks noChangeAspect="1"/>
          </p:cNvPicPr>
          <p:nvPr/>
        </p:nvPicPr>
        <p:blipFill>
          <a:blip r:embed="rId2"/>
          <a:stretch>
            <a:fillRect/>
          </a:stretch>
        </p:blipFill>
        <p:spPr>
          <a:xfrm>
            <a:off x="36166" y="2499606"/>
            <a:ext cx="5333454" cy="1886925"/>
          </a:xfrm>
          <a:prstGeom prst="rect">
            <a:avLst/>
          </a:prstGeom>
        </p:spPr>
      </p:pic>
      <p:grpSp>
        <p:nvGrpSpPr>
          <p:cNvPr id="38" name="Group 37">
            <a:extLst>
              <a:ext uri="{FF2B5EF4-FFF2-40B4-BE49-F238E27FC236}">
                <a16:creationId xmlns:a16="http://schemas.microsoft.com/office/drawing/2014/main" id="{2757059B-A060-4555-B961-797AA63048C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5489258" y="3253797"/>
            <a:ext cx="304800" cy="429768"/>
            <a:chOff x="215328" y="-46937"/>
            <a:chExt cx="304800" cy="2773841"/>
          </a:xfrm>
        </p:grpSpPr>
        <p:cxnSp>
          <p:nvCxnSpPr>
            <p:cNvPr id="39" name="Straight Connector 38">
              <a:extLst>
                <a:ext uri="{FF2B5EF4-FFF2-40B4-BE49-F238E27FC236}">
                  <a16:creationId xmlns:a16="http://schemas.microsoft.com/office/drawing/2014/main" id="{11DD569E-1458-4AA2-875F-F51E4AA61DE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680E026-8A1D-4CAD-B172-5CA26DA2FC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940A28C-3425-48AA-A774-1742E44AA4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2680C588-659B-46A5-9267-3755740CE85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964228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6EF82-B0EA-E55E-9462-BFD73B67BA21}"/>
              </a:ext>
            </a:extLst>
          </p:cNvPr>
          <p:cNvSpPr>
            <a:spLocks noGrp="1"/>
          </p:cNvSpPr>
          <p:nvPr>
            <p:ph type="title"/>
          </p:nvPr>
        </p:nvSpPr>
        <p:spPr/>
        <p:txBody>
          <a:bodyPr/>
          <a:lstStyle/>
          <a:p>
            <a:r>
              <a:rPr lang="en-US"/>
              <a:t>Example</a:t>
            </a:r>
          </a:p>
        </p:txBody>
      </p:sp>
      <p:graphicFrame>
        <p:nvGraphicFramePr>
          <p:cNvPr id="17" name="Content Placeholder 2">
            <a:extLst>
              <a:ext uri="{FF2B5EF4-FFF2-40B4-BE49-F238E27FC236}">
                <a16:creationId xmlns:a16="http://schemas.microsoft.com/office/drawing/2014/main" id="{C62D8770-F555-E6C2-1BD7-A24F8918C0E4}"/>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2491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09EDF4-6336-E6C2-1CAE-B0EAB711801A}"/>
              </a:ext>
            </a:extLst>
          </p:cNvPr>
          <p:cNvSpPr>
            <a:spLocks noGrp="1"/>
          </p:cNvSpPr>
          <p:nvPr>
            <p:ph type="title"/>
          </p:nvPr>
        </p:nvSpPr>
        <p:spPr>
          <a:xfrm>
            <a:off x="841248" y="256032"/>
            <a:ext cx="10506456" cy="1014984"/>
          </a:xfrm>
        </p:spPr>
        <p:txBody>
          <a:bodyPr anchor="b">
            <a:normAutofit/>
          </a:bodyPr>
          <a:lstStyle/>
          <a:p>
            <a:r>
              <a:rPr lang="en-US"/>
              <a:t>Solution</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A94FC759-5C9F-C96D-E5DC-96BF0E4BFB67}"/>
              </a:ext>
            </a:extLst>
          </p:cNvPr>
          <p:cNvGraphicFramePr>
            <a:graphicFrameLocks noGrp="1"/>
          </p:cNvGraphicFramePr>
          <p:nvPr>
            <p:ph idx="1"/>
            <p:extLst>
              <p:ext uri="{D42A27DB-BD31-4B8C-83A1-F6EECF244321}">
                <p14:modId xmlns:p14="http://schemas.microsoft.com/office/powerpoint/2010/main" val="1528985943"/>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623980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9E0B8B-0DF4-D258-E896-855DB1B2CE27}"/>
              </a:ext>
            </a:extLst>
          </p:cNvPr>
          <p:cNvSpPr>
            <a:spLocks noGrp="1"/>
          </p:cNvSpPr>
          <p:nvPr>
            <p:ph type="title"/>
          </p:nvPr>
        </p:nvSpPr>
        <p:spPr>
          <a:xfrm>
            <a:off x="686834" y="1153572"/>
            <a:ext cx="3200400" cy="4461163"/>
          </a:xfrm>
        </p:spPr>
        <p:txBody>
          <a:bodyPr>
            <a:normAutofit/>
          </a:bodyPr>
          <a:lstStyle/>
          <a:p>
            <a:r>
              <a:rPr lang="en-US">
                <a:solidFill>
                  <a:srgbClr val="FFFFFF"/>
                </a:solidFill>
              </a:rPr>
              <a:t>Your Turn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277C4A2-A5CF-2505-56F1-9EFA48CC7A45}"/>
              </a:ext>
            </a:extLst>
          </p:cNvPr>
          <p:cNvSpPr>
            <a:spLocks noGrp="1"/>
          </p:cNvSpPr>
          <p:nvPr>
            <p:ph idx="1"/>
          </p:nvPr>
        </p:nvSpPr>
        <p:spPr>
          <a:xfrm>
            <a:off x="4447308" y="591344"/>
            <a:ext cx="6906491" cy="5585619"/>
          </a:xfrm>
        </p:spPr>
        <p:txBody>
          <a:bodyPr anchor="ctr">
            <a:normAutofit/>
          </a:bodyPr>
          <a:lstStyle/>
          <a:p>
            <a:pPr marL="0" indent="0">
              <a:buNone/>
            </a:pPr>
            <a:r>
              <a:rPr lang="en-US" dirty="0">
                <a:latin typeface="Open Sans" panose="020B0606030504020204" pitchFamily="34" charset="0"/>
              </a:rPr>
              <a:t>I</a:t>
            </a:r>
            <a:r>
              <a:rPr lang="en-US" b="0" i="0" dirty="0">
                <a:effectLst/>
                <a:latin typeface="Open Sans" panose="020B0606030504020204" pitchFamily="34" charset="0"/>
              </a:rPr>
              <a:t>f a component made up 75% of a system (p = 0.75), and you wanted to double the speed of the entire system (</a:t>
            </a:r>
            <a:r>
              <a:rPr lang="en-US" b="0" i="1" dirty="0">
                <a:effectLst/>
                <a:latin typeface="Open Sans" panose="020B0606030504020204" pitchFamily="34" charset="0"/>
              </a:rPr>
              <a:t>S</a:t>
            </a:r>
            <a:r>
              <a:rPr lang="en-US" b="0" i="1" baseline="-25000" dirty="0">
                <a:effectLst/>
                <a:latin typeface="Open Sans" panose="020B0606030504020204" pitchFamily="34" charset="0"/>
              </a:rPr>
              <a:t>max</a:t>
            </a:r>
            <a:r>
              <a:rPr lang="en-US" b="0" i="0" dirty="0">
                <a:effectLst/>
                <a:latin typeface="Open Sans" panose="020B0606030504020204" pitchFamily="34" charset="0"/>
              </a:rPr>
              <a:t> = 2), how much does the component need to be improved ? (What is </a:t>
            </a:r>
            <a:r>
              <a:rPr lang="en-US" b="0" i="1" dirty="0">
                <a:effectLst/>
                <a:latin typeface="Open Sans" panose="020B0606030504020204" pitchFamily="34" charset="0"/>
              </a:rPr>
              <a:t>s</a:t>
            </a:r>
            <a:r>
              <a:rPr lang="en-US" b="0" i="0" dirty="0">
                <a:effectLst/>
                <a:latin typeface="Open Sans" panose="020B0606030504020204" pitchFamily="34" charset="0"/>
              </a:rPr>
              <a:t>?)</a:t>
            </a:r>
            <a:endParaRPr lang="en-US" dirty="0"/>
          </a:p>
        </p:txBody>
      </p:sp>
    </p:spTree>
    <p:extLst>
      <p:ext uri="{BB962C8B-B14F-4D97-AF65-F5344CB8AC3E}">
        <p14:creationId xmlns:p14="http://schemas.microsoft.com/office/powerpoint/2010/main" val="2173143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6E3BCF-2D83-FB8A-F6B4-FFA7B567F583}"/>
              </a:ext>
            </a:extLst>
          </p:cNvPr>
          <p:cNvSpPr>
            <a:spLocks noGrp="1"/>
          </p:cNvSpPr>
          <p:nvPr>
            <p:ph type="title"/>
          </p:nvPr>
        </p:nvSpPr>
        <p:spPr>
          <a:xfrm>
            <a:off x="6094105" y="802955"/>
            <a:ext cx="4977976" cy="1454051"/>
          </a:xfrm>
        </p:spPr>
        <p:txBody>
          <a:bodyPr>
            <a:normAutofit/>
          </a:bodyPr>
          <a:lstStyle/>
          <a:p>
            <a:r>
              <a:rPr lang="en-US" sz="4800" dirty="0">
                <a:solidFill>
                  <a:schemeClr val="tx2"/>
                </a:solidFill>
              </a:rPr>
              <a:t>Solution</a:t>
            </a:r>
          </a:p>
        </p:txBody>
      </p:sp>
      <p:pic>
        <p:nvPicPr>
          <p:cNvPr id="7" name="Graphic 6" descr="Checkmark">
            <a:extLst>
              <a:ext uri="{FF2B5EF4-FFF2-40B4-BE49-F238E27FC236}">
                <a16:creationId xmlns:a16="http://schemas.microsoft.com/office/drawing/2014/main" id="{372BF877-44C9-B364-FDD4-A87C260B793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6951" y="1793846"/>
            <a:ext cx="3620021" cy="3620021"/>
          </a:xfrm>
          <a:prstGeom prst="rect">
            <a:avLst/>
          </a:prstGeom>
        </p:spPr>
      </p:pic>
      <p:sp>
        <p:nvSpPr>
          <p:cNvPr id="3" name="Content Placeholder 2">
            <a:extLst>
              <a:ext uri="{FF2B5EF4-FFF2-40B4-BE49-F238E27FC236}">
                <a16:creationId xmlns:a16="http://schemas.microsoft.com/office/drawing/2014/main" id="{8BB1BF9D-33D5-64F0-2506-DFB727F1253D}"/>
              </a:ext>
            </a:extLst>
          </p:cNvPr>
          <p:cNvSpPr>
            <a:spLocks noGrp="1"/>
          </p:cNvSpPr>
          <p:nvPr>
            <p:ph idx="1"/>
          </p:nvPr>
        </p:nvSpPr>
        <p:spPr>
          <a:xfrm>
            <a:off x="6090574" y="1948722"/>
            <a:ext cx="4977578" cy="3357796"/>
          </a:xfrm>
        </p:spPr>
        <p:txBody>
          <a:bodyPr anchor="ctr">
            <a:normAutofit/>
          </a:bodyPr>
          <a:lstStyle/>
          <a:p>
            <a:pPr marL="0" indent="0">
              <a:buNone/>
            </a:pPr>
            <a:r>
              <a:rPr lang="en-US" sz="2000" b="0" i="0" dirty="0">
                <a:solidFill>
                  <a:schemeClr val="tx2"/>
                </a:solidFill>
                <a:effectLst/>
                <a:latin typeface="Open Sans" panose="020B0606030504020204" pitchFamily="34" charset="0"/>
              </a:rPr>
              <a:t>Putting </a:t>
            </a:r>
            <a:r>
              <a:rPr lang="en-US" sz="2000" b="0" i="1" dirty="0">
                <a:solidFill>
                  <a:schemeClr val="tx2"/>
                </a:solidFill>
                <a:effectLst/>
                <a:latin typeface="Open Sans" panose="020B0606030504020204" pitchFamily="34" charset="0"/>
              </a:rPr>
              <a:t>S</a:t>
            </a:r>
            <a:r>
              <a:rPr lang="en-US" sz="2000" b="0" i="1" baseline="-25000" dirty="0">
                <a:solidFill>
                  <a:schemeClr val="tx2"/>
                </a:solidFill>
                <a:effectLst/>
                <a:latin typeface="Open Sans" panose="020B0606030504020204" pitchFamily="34" charset="0"/>
              </a:rPr>
              <a:t>max</a:t>
            </a:r>
            <a:r>
              <a:rPr lang="en-US" sz="2000" b="0" i="0" dirty="0">
                <a:solidFill>
                  <a:schemeClr val="tx2"/>
                </a:solidFill>
                <a:effectLst/>
                <a:latin typeface="Open Sans" panose="020B0606030504020204" pitchFamily="34" charset="0"/>
              </a:rPr>
              <a:t> and </a:t>
            </a:r>
            <a:r>
              <a:rPr lang="en-US" sz="2000" b="0" i="1" dirty="0">
                <a:solidFill>
                  <a:schemeClr val="tx2"/>
                </a:solidFill>
                <a:effectLst/>
                <a:latin typeface="Open Sans" panose="020B0606030504020204" pitchFamily="34" charset="0"/>
              </a:rPr>
              <a:t>p</a:t>
            </a:r>
            <a:r>
              <a:rPr lang="en-US" sz="2000" b="0" i="0" dirty="0">
                <a:solidFill>
                  <a:schemeClr val="tx2"/>
                </a:solidFill>
                <a:effectLst/>
                <a:latin typeface="Open Sans" panose="020B0606030504020204" pitchFamily="34" charset="0"/>
              </a:rPr>
              <a:t> into the equation yields:</a:t>
            </a:r>
          </a:p>
          <a:p>
            <a:pPr marL="0" indent="0">
              <a:buNone/>
            </a:pPr>
            <a:r>
              <a:rPr lang="en-US" sz="2000" b="1" i="0" dirty="0">
                <a:solidFill>
                  <a:schemeClr val="tx2"/>
                </a:solidFill>
                <a:effectLst/>
                <a:latin typeface="Open Sans" panose="020B0606030504020204" pitchFamily="34" charset="0"/>
              </a:rPr>
              <a:t>2=1(1−0.75)+0.75*/s</a:t>
            </a:r>
          </a:p>
          <a:p>
            <a:pPr marL="0" indent="0">
              <a:buNone/>
            </a:pPr>
            <a:r>
              <a:rPr lang="en-US" sz="2000" b="0" i="0" dirty="0">
                <a:solidFill>
                  <a:schemeClr val="tx2"/>
                </a:solidFill>
                <a:effectLst/>
                <a:latin typeface="Open Sans" panose="020B0606030504020204" pitchFamily="34" charset="0"/>
              </a:rPr>
              <a:t>Simplifying, </a:t>
            </a:r>
          </a:p>
          <a:p>
            <a:pPr marL="0" indent="0">
              <a:buNone/>
            </a:pPr>
            <a:r>
              <a:rPr lang="en-US" sz="2000" b="0" i="0" dirty="0">
                <a:solidFill>
                  <a:schemeClr val="tx2"/>
                </a:solidFill>
                <a:effectLst/>
                <a:latin typeface="Open Sans" panose="020B0606030504020204" pitchFamily="34" charset="0"/>
              </a:rPr>
              <a:t>we find </a:t>
            </a:r>
            <a:r>
              <a:rPr lang="en-US" sz="2000" b="0" i="1" dirty="0">
                <a:solidFill>
                  <a:schemeClr val="tx2"/>
                </a:solidFill>
                <a:effectLst/>
                <a:latin typeface="Open Sans" panose="020B0606030504020204" pitchFamily="34" charset="0"/>
              </a:rPr>
              <a:t>s</a:t>
            </a:r>
            <a:r>
              <a:rPr lang="en-US" sz="2000" b="0" i="0" dirty="0">
                <a:solidFill>
                  <a:schemeClr val="tx2"/>
                </a:solidFill>
                <a:effectLst/>
                <a:latin typeface="Open Sans" panose="020B0606030504020204" pitchFamily="34" charset="0"/>
              </a:rPr>
              <a:t> = 3.</a:t>
            </a:r>
          </a:p>
          <a:p>
            <a:pPr marL="0" indent="0">
              <a:buNone/>
            </a:pPr>
            <a:r>
              <a:rPr lang="en-US" sz="2000" b="0" i="0" dirty="0">
                <a:solidFill>
                  <a:schemeClr val="tx2"/>
                </a:solidFill>
                <a:effectLst/>
                <a:latin typeface="Open Sans" panose="020B0606030504020204" pitchFamily="34" charset="0"/>
              </a:rPr>
              <a:t> So, that component would need to be sped up by 3x for the system to be sped up by 2.</a:t>
            </a:r>
          </a:p>
          <a:p>
            <a:endParaRPr lang="en-US" sz="1800" dirty="0">
              <a:solidFill>
                <a:schemeClr val="tx2"/>
              </a:solidFill>
            </a:endParaRPr>
          </a:p>
        </p:txBody>
      </p:sp>
      <p:grpSp>
        <p:nvGrpSpPr>
          <p:cNvPr id="14" name="Group 13">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15" name="Freeform: Shape 14">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6337094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EF64AF-198F-45FB-FB04-EBB7A3DB0746}"/>
              </a:ext>
            </a:extLst>
          </p:cNvPr>
          <p:cNvSpPr>
            <a:spLocks noGrp="1"/>
          </p:cNvSpPr>
          <p:nvPr>
            <p:ph type="title"/>
          </p:nvPr>
        </p:nvSpPr>
        <p:spPr>
          <a:xfrm>
            <a:off x="686834" y="1153572"/>
            <a:ext cx="3200400" cy="4461163"/>
          </a:xfrm>
        </p:spPr>
        <p:txBody>
          <a:bodyPr>
            <a:normAutofit/>
          </a:bodyPr>
          <a:lstStyle/>
          <a:p>
            <a:r>
              <a:rPr lang="en-US">
                <a:solidFill>
                  <a:srgbClr val="FFFFFF"/>
                </a:solidFill>
              </a:rPr>
              <a:t>Your Turn 2</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EE8E26E1-F194-D619-EEC1-5F3F314C858F}"/>
              </a:ext>
            </a:extLst>
          </p:cNvPr>
          <p:cNvSpPr>
            <a:spLocks noGrp="1"/>
          </p:cNvSpPr>
          <p:nvPr>
            <p:ph idx="1"/>
          </p:nvPr>
        </p:nvSpPr>
        <p:spPr>
          <a:xfrm>
            <a:off x="4447308" y="591344"/>
            <a:ext cx="6906491" cy="5585619"/>
          </a:xfrm>
        </p:spPr>
        <p:txBody>
          <a:bodyPr anchor="ctr">
            <a:normAutofit/>
          </a:bodyPr>
          <a:lstStyle/>
          <a:p>
            <a:pPr marL="0" indent="0">
              <a:buNone/>
            </a:pPr>
            <a:r>
              <a:rPr lang="en-US" b="0" i="0" u="none" strike="noStrike" baseline="0">
                <a:latin typeface="TimesTen-Roman"/>
              </a:rPr>
              <a:t>A car manufacturing company has promised their customers that the next release of a new engine will show a 4</a:t>
            </a:r>
            <a:r>
              <a:rPr lang="en-US" b="0" i="0" u="none" strike="noStrike" baseline="0">
                <a:latin typeface="MTSYN"/>
              </a:rPr>
              <a:t>× </a:t>
            </a:r>
            <a:r>
              <a:rPr lang="en-US" b="0" i="0" u="none" strike="noStrike" baseline="0">
                <a:latin typeface="TimesTen-Roman"/>
              </a:rPr>
              <a:t>performance improvement. You have been assigned the task of delivering on that promise. You have determined that only 90% of the engine can be improved. How much (i.e., what value of </a:t>
            </a:r>
            <a:r>
              <a:rPr lang="en-US" b="0" i="1" u="none" strike="noStrike" baseline="0">
                <a:latin typeface="MTMIZ"/>
              </a:rPr>
              <a:t>k</a:t>
            </a:r>
            <a:r>
              <a:rPr lang="en-US" b="0" i="0" u="none" strike="noStrike" baseline="0">
                <a:latin typeface="TimesTen-Roman"/>
              </a:rPr>
              <a:t>) would you need to improve this part to meet the overall performance target of the engine?</a:t>
            </a:r>
            <a:endParaRPr lang="en-US"/>
          </a:p>
        </p:txBody>
      </p:sp>
    </p:spTree>
    <p:extLst>
      <p:ext uri="{BB962C8B-B14F-4D97-AF65-F5344CB8AC3E}">
        <p14:creationId xmlns:p14="http://schemas.microsoft.com/office/powerpoint/2010/main" val="14099466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944E337-3E5D-4A1F-A5A1-2057F25B8A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DA50D69-7CF7-4844-B844-A2B821C77F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854"/>
            <a:ext cx="12192000" cy="6865854"/>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AB935E-8E8B-207A-6C14-1642A7A3E2DE}"/>
              </a:ext>
            </a:extLst>
          </p:cNvPr>
          <p:cNvSpPr>
            <a:spLocks noGrp="1"/>
          </p:cNvSpPr>
          <p:nvPr>
            <p:ph type="title"/>
          </p:nvPr>
        </p:nvSpPr>
        <p:spPr>
          <a:xfrm>
            <a:off x="4572001" y="601744"/>
            <a:ext cx="6781800" cy="1338696"/>
          </a:xfrm>
        </p:spPr>
        <p:txBody>
          <a:bodyPr>
            <a:normAutofit/>
          </a:bodyPr>
          <a:lstStyle/>
          <a:p>
            <a:r>
              <a:rPr lang="en-US" dirty="0"/>
              <a:t>Solution</a:t>
            </a:r>
          </a:p>
        </p:txBody>
      </p:sp>
      <p:pic>
        <p:nvPicPr>
          <p:cNvPr id="5" name="Picture 4" descr="A calculus formula">
            <a:extLst>
              <a:ext uri="{FF2B5EF4-FFF2-40B4-BE49-F238E27FC236}">
                <a16:creationId xmlns:a16="http://schemas.microsoft.com/office/drawing/2014/main" id="{717FB905-A8F8-DE7F-8048-C376C25244BA}"/>
              </a:ext>
            </a:extLst>
          </p:cNvPr>
          <p:cNvPicPr>
            <a:picLocks noChangeAspect="1"/>
          </p:cNvPicPr>
          <p:nvPr/>
        </p:nvPicPr>
        <p:blipFill rotWithShape="1">
          <a:blip r:embed="rId2"/>
          <a:srcRect l="28705" r="34749" b="-1"/>
          <a:stretch/>
        </p:blipFill>
        <p:spPr>
          <a:xfrm>
            <a:off x="20" y="10"/>
            <a:ext cx="3754739" cy="6857990"/>
          </a:xfrm>
          <a:custGeom>
            <a:avLst/>
            <a:gdLst/>
            <a:ahLst/>
            <a:cxnLst/>
            <a:rect l="l" t="t" r="r" b="b"/>
            <a:pathLst>
              <a:path w="3754759" h="6858000">
                <a:moveTo>
                  <a:pt x="0" y="0"/>
                </a:moveTo>
                <a:lnTo>
                  <a:pt x="3405358" y="0"/>
                </a:lnTo>
                <a:lnTo>
                  <a:pt x="3406298" y="5103"/>
                </a:lnTo>
                <a:cubicBezTo>
                  <a:pt x="3408705" y="9272"/>
                  <a:pt x="3410993" y="13534"/>
                  <a:pt x="3408744" y="22806"/>
                </a:cubicBezTo>
                <a:cubicBezTo>
                  <a:pt x="3398212" y="18869"/>
                  <a:pt x="3412504" y="58782"/>
                  <a:pt x="3403554" y="60481"/>
                </a:cubicBezTo>
                <a:cubicBezTo>
                  <a:pt x="3417198" y="75379"/>
                  <a:pt x="3401704" y="83956"/>
                  <a:pt x="3406685" y="104437"/>
                </a:cubicBezTo>
                <a:cubicBezTo>
                  <a:pt x="3412035" y="113935"/>
                  <a:pt x="3413215" y="120918"/>
                  <a:pt x="3408439" y="130745"/>
                </a:cubicBezTo>
                <a:cubicBezTo>
                  <a:pt x="3434362" y="174436"/>
                  <a:pt x="3410826" y="157826"/>
                  <a:pt x="3422002" y="199353"/>
                </a:cubicBezTo>
                <a:cubicBezTo>
                  <a:pt x="3433366" y="235046"/>
                  <a:pt x="3441595" y="275734"/>
                  <a:pt x="3466217" y="309590"/>
                </a:cubicBezTo>
                <a:cubicBezTo>
                  <a:pt x="3473022" y="315692"/>
                  <a:pt x="3476249" y="331335"/>
                  <a:pt x="3473425" y="344525"/>
                </a:cubicBezTo>
                <a:cubicBezTo>
                  <a:pt x="3472938" y="346792"/>
                  <a:pt x="3472286" y="348904"/>
                  <a:pt x="3471491" y="350788"/>
                </a:cubicBezTo>
                <a:cubicBezTo>
                  <a:pt x="3476473" y="380853"/>
                  <a:pt x="3497528" y="490678"/>
                  <a:pt x="3503314" y="524915"/>
                </a:cubicBezTo>
                <a:cubicBezTo>
                  <a:pt x="3495110" y="528110"/>
                  <a:pt x="3511009" y="544789"/>
                  <a:pt x="3506208" y="556205"/>
                </a:cubicBezTo>
                <a:cubicBezTo>
                  <a:pt x="3501906" y="564424"/>
                  <a:pt x="3505727" y="571402"/>
                  <a:pt x="3506503" y="579730"/>
                </a:cubicBezTo>
                <a:cubicBezTo>
                  <a:pt x="3503352" y="590904"/>
                  <a:pt x="3511763" y="626437"/>
                  <a:pt x="3516997" y="635552"/>
                </a:cubicBezTo>
                <a:cubicBezTo>
                  <a:pt x="3534688" y="657082"/>
                  <a:pt x="3524838" y="708447"/>
                  <a:pt x="3538464" y="726388"/>
                </a:cubicBezTo>
                <a:cubicBezTo>
                  <a:pt x="3540659" y="733032"/>
                  <a:pt x="3541735" y="739585"/>
                  <a:pt x="3542115" y="746049"/>
                </a:cubicBezTo>
                <a:lnTo>
                  <a:pt x="3541598" y="764218"/>
                </a:lnTo>
                <a:lnTo>
                  <a:pt x="3538294" y="769538"/>
                </a:lnTo>
                <a:lnTo>
                  <a:pt x="3539714" y="780556"/>
                </a:lnTo>
                <a:lnTo>
                  <a:pt x="3539328" y="783752"/>
                </a:lnTo>
                <a:cubicBezTo>
                  <a:pt x="3538575" y="789859"/>
                  <a:pt x="3537953" y="795880"/>
                  <a:pt x="3537882" y="801812"/>
                </a:cubicBezTo>
                <a:cubicBezTo>
                  <a:pt x="3555332" y="793164"/>
                  <a:pt x="3540143" y="850853"/>
                  <a:pt x="3553763" y="833773"/>
                </a:cubicBezTo>
                <a:cubicBezTo>
                  <a:pt x="3556400" y="864868"/>
                  <a:pt x="3568671" y="840452"/>
                  <a:pt x="3557696" y="878520"/>
                </a:cubicBezTo>
                <a:cubicBezTo>
                  <a:pt x="3574636" y="926170"/>
                  <a:pt x="3572932" y="1002669"/>
                  <a:pt x="3596902" y="1039468"/>
                </a:cubicBezTo>
                <a:cubicBezTo>
                  <a:pt x="3588227" y="1035176"/>
                  <a:pt x="3582669" y="1055878"/>
                  <a:pt x="3587550" y="1069793"/>
                </a:cubicBezTo>
                <a:cubicBezTo>
                  <a:pt x="3553603" y="1054905"/>
                  <a:pt x="3620138" y="1124159"/>
                  <a:pt x="3598129" y="1137690"/>
                </a:cubicBezTo>
                <a:cubicBezTo>
                  <a:pt x="3619154" y="1137277"/>
                  <a:pt x="3657845" y="1198819"/>
                  <a:pt x="3642072" y="1229443"/>
                </a:cubicBezTo>
                <a:cubicBezTo>
                  <a:pt x="3648492" y="1274612"/>
                  <a:pt x="3667414" y="1305895"/>
                  <a:pt x="3662799" y="1353804"/>
                </a:cubicBezTo>
                <a:cubicBezTo>
                  <a:pt x="3665680" y="1355144"/>
                  <a:pt x="3668149" y="1357448"/>
                  <a:pt x="3670319" y="1360420"/>
                </a:cubicBezTo>
                <a:lnTo>
                  <a:pt x="3675717" y="1370453"/>
                </a:lnTo>
                <a:lnTo>
                  <a:pt x="3675458" y="1372456"/>
                </a:lnTo>
                <a:cubicBezTo>
                  <a:pt x="3675775" y="1380261"/>
                  <a:pt x="3677154" y="1384198"/>
                  <a:pt x="3678998" y="1386422"/>
                </a:cubicBezTo>
                <a:lnTo>
                  <a:pt x="3681613" y="1387932"/>
                </a:lnTo>
                <a:lnTo>
                  <a:pt x="3684619" y="1397028"/>
                </a:lnTo>
                <a:lnTo>
                  <a:pt x="3692094" y="1413643"/>
                </a:lnTo>
                <a:lnTo>
                  <a:pt x="3692036" y="1417975"/>
                </a:lnTo>
                <a:lnTo>
                  <a:pt x="3701043" y="1444940"/>
                </a:lnTo>
                <a:lnTo>
                  <a:pt x="3700474" y="1445893"/>
                </a:lnTo>
                <a:cubicBezTo>
                  <a:pt x="3699407" y="1448641"/>
                  <a:pt x="3699006" y="1451835"/>
                  <a:pt x="3699990" y="1456030"/>
                </a:cubicBezTo>
                <a:cubicBezTo>
                  <a:pt x="3688343" y="1458099"/>
                  <a:pt x="3696713" y="1461887"/>
                  <a:pt x="3700642" y="1474079"/>
                </a:cubicBezTo>
                <a:cubicBezTo>
                  <a:pt x="3683431" y="1480016"/>
                  <a:pt x="3700716" y="1509516"/>
                  <a:pt x="3693587" y="1522890"/>
                </a:cubicBezTo>
                <a:cubicBezTo>
                  <a:pt x="3696861" y="1531716"/>
                  <a:pt x="3700010" y="1541157"/>
                  <a:pt x="3702900" y="1551068"/>
                </a:cubicBezTo>
                <a:lnTo>
                  <a:pt x="3708038" y="1631578"/>
                </a:lnTo>
                <a:lnTo>
                  <a:pt x="3698097" y="1716642"/>
                </a:lnTo>
                <a:cubicBezTo>
                  <a:pt x="3699314" y="1747867"/>
                  <a:pt x="3695412" y="1775147"/>
                  <a:pt x="3700384" y="1801382"/>
                </a:cubicBezTo>
                <a:cubicBezTo>
                  <a:pt x="3696845" y="1812311"/>
                  <a:pt x="3695699" y="1822504"/>
                  <a:pt x="3702257" y="1832013"/>
                </a:cubicBezTo>
                <a:cubicBezTo>
                  <a:pt x="3701651" y="1861238"/>
                  <a:pt x="3693313" y="1868713"/>
                  <a:pt x="3700986" y="1886838"/>
                </a:cubicBezTo>
                <a:cubicBezTo>
                  <a:pt x="3687741" y="1903887"/>
                  <a:pt x="3693148" y="1904594"/>
                  <a:pt x="3697545" y="1912087"/>
                </a:cubicBezTo>
                <a:lnTo>
                  <a:pt x="3697885" y="1913171"/>
                </a:lnTo>
                <a:lnTo>
                  <a:pt x="3695987" y="1915505"/>
                </a:lnTo>
                <a:lnTo>
                  <a:pt x="3695284" y="1920179"/>
                </a:lnTo>
                <a:lnTo>
                  <a:pt x="3696499" y="1932787"/>
                </a:lnTo>
                <a:lnTo>
                  <a:pt x="3697473" y="1937503"/>
                </a:lnTo>
                <a:cubicBezTo>
                  <a:pt x="3697953" y="1940760"/>
                  <a:pt x="3698023" y="1942937"/>
                  <a:pt x="3697799" y="1944457"/>
                </a:cubicBezTo>
                <a:lnTo>
                  <a:pt x="3697642" y="1944638"/>
                </a:lnTo>
                <a:lnTo>
                  <a:pt x="3698268" y="1951136"/>
                </a:lnTo>
                <a:cubicBezTo>
                  <a:pt x="3699704" y="1962083"/>
                  <a:pt x="3701457" y="1972719"/>
                  <a:pt x="3703418" y="1982828"/>
                </a:cubicBezTo>
                <a:cubicBezTo>
                  <a:pt x="3694620" y="1991887"/>
                  <a:pt x="3707345" y="2028973"/>
                  <a:pt x="3689767" y="2025705"/>
                </a:cubicBezTo>
                <a:cubicBezTo>
                  <a:pt x="3691896" y="2039367"/>
                  <a:pt x="3699517" y="2047321"/>
                  <a:pt x="3687894" y="2043252"/>
                </a:cubicBezTo>
                <a:cubicBezTo>
                  <a:pt x="3688268" y="2047766"/>
                  <a:pt x="3687435" y="2050599"/>
                  <a:pt x="3686015" y="2052668"/>
                </a:cubicBezTo>
                <a:lnTo>
                  <a:pt x="3685329" y="2053280"/>
                </a:lnTo>
                <a:lnTo>
                  <a:pt x="3690348" y="2083660"/>
                </a:lnTo>
                <a:lnTo>
                  <a:pt x="3689688" y="2087758"/>
                </a:lnTo>
                <a:lnTo>
                  <a:pt x="3694656" y="2107476"/>
                </a:lnTo>
                <a:lnTo>
                  <a:pt x="3696317" y="2117709"/>
                </a:lnTo>
                <a:lnTo>
                  <a:pt x="3698652" y="2120508"/>
                </a:lnTo>
                <a:cubicBezTo>
                  <a:pt x="3700138" y="2123582"/>
                  <a:pt x="3700933" y="2128051"/>
                  <a:pt x="3700157" y="2135655"/>
                </a:cubicBezTo>
                <a:lnTo>
                  <a:pt x="3699626" y="2137431"/>
                </a:lnTo>
                <a:lnTo>
                  <a:pt x="3703486" y="2149795"/>
                </a:lnTo>
                <a:cubicBezTo>
                  <a:pt x="3705184" y="2153754"/>
                  <a:pt x="3707268" y="2157232"/>
                  <a:pt x="3709885" y="2160002"/>
                </a:cubicBezTo>
                <a:cubicBezTo>
                  <a:pt x="3698737" y="2203287"/>
                  <a:pt x="3712805" y="2242927"/>
                  <a:pt x="3712777" y="2289319"/>
                </a:cubicBezTo>
                <a:cubicBezTo>
                  <a:pt x="3693169" y="2310331"/>
                  <a:pt x="3722276" y="2389074"/>
                  <a:pt x="3742794" y="2399589"/>
                </a:cubicBezTo>
                <a:cubicBezTo>
                  <a:pt x="3725319" y="2400703"/>
                  <a:pt x="3751962" y="2457534"/>
                  <a:pt x="3753311" y="2472464"/>
                </a:cubicBezTo>
                <a:cubicBezTo>
                  <a:pt x="3753760" y="2477441"/>
                  <a:pt x="3751399" y="2477762"/>
                  <a:pt x="3743656" y="2469811"/>
                </a:cubicBezTo>
                <a:cubicBezTo>
                  <a:pt x="3746474" y="2485608"/>
                  <a:pt x="3738186" y="2502460"/>
                  <a:pt x="3730339" y="2493869"/>
                </a:cubicBezTo>
                <a:cubicBezTo>
                  <a:pt x="3748556" y="2541387"/>
                  <a:pt x="3736267" y="2613433"/>
                  <a:pt x="3746134" y="2667651"/>
                </a:cubicBezTo>
                <a:cubicBezTo>
                  <a:pt x="3730160" y="2698252"/>
                  <a:pt x="3745496" y="2681337"/>
                  <a:pt x="3743743" y="2712354"/>
                </a:cubicBezTo>
                <a:cubicBezTo>
                  <a:pt x="3759373" y="2703131"/>
                  <a:pt x="3736572" y="2750256"/>
                  <a:pt x="3754759" y="2751060"/>
                </a:cubicBezTo>
                <a:cubicBezTo>
                  <a:pt x="3753864" y="2756679"/>
                  <a:pt x="3752424" y="2762098"/>
                  <a:pt x="3750841" y="2767527"/>
                </a:cubicBezTo>
                <a:lnTo>
                  <a:pt x="3750021" y="2770377"/>
                </a:lnTo>
                <a:lnTo>
                  <a:pt x="3749874" y="2781617"/>
                </a:lnTo>
                <a:lnTo>
                  <a:pt x="3745916" y="2784975"/>
                </a:lnTo>
                <a:lnTo>
                  <a:pt x="3742888" y="2802030"/>
                </a:lnTo>
                <a:cubicBezTo>
                  <a:pt x="3742360" y="2808388"/>
                  <a:pt x="3742498" y="2815196"/>
                  <a:pt x="3743710" y="2822667"/>
                </a:cubicBezTo>
                <a:cubicBezTo>
                  <a:pt x="3751787" y="2840797"/>
                  <a:pt x="3744398" y="2870002"/>
                  <a:pt x="3746201" y="2896003"/>
                </a:cubicBezTo>
                <a:lnTo>
                  <a:pt x="3749006" y="2907846"/>
                </a:lnTo>
                <a:lnTo>
                  <a:pt x="3747206" y="2947037"/>
                </a:lnTo>
                <a:cubicBezTo>
                  <a:pt x="3747030" y="2958176"/>
                  <a:pt x="3747214" y="2969719"/>
                  <a:pt x="3748070" y="2981841"/>
                </a:cubicBezTo>
                <a:lnTo>
                  <a:pt x="3750937" y="3004278"/>
                </a:lnTo>
                <a:lnTo>
                  <a:pt x="3749761" y="3010254"/>
                </a:lnTo>
                <a:cubicBezTo>
                  <a:pt x="3750425" y="3020530"/>
                  <a:pt x="3756245" y="3033889"/>
                  <a:pt x="3749923" y="3032983"/>
                </a:cubicBezTo>
                <a:lnTo>
                  <a:pt x="3752658" y="3044429"/>
                </a:lnTo>
                <a:lnTo>
                  <a:pt x="3748217" y="3056076"/>
                </a:lnTo>
                <a:cubicBezTo>
                  <a:pt x="3747117" y="3057381"/>
                  <a:pt x="3745928" y="3058381"/>
                  <a:pt x="3744691" y="3059042"/>
                </a:cubicBezTo>
                <a:lnTo>
                  <a:pt x="3747123" y="3075102"/>
                </a:lnTo>
                <a:lnTo>
                  <a:pt x="3744190" y="3088509"/>
                </a:lnTo>
                <a:lnTo>
                  <a:pt x="3747093" y="3099930"/>
                </a:lnTo>
                <a:lnTo>
                  <a:pt x="3746799" y="3104743"/>
                </a:lnTo>
                <a:lnTo>
                  <a:pt x="3745610" y="3116729"/>
                </a:lnTo>
                <a:cubicBezTo>
                  <a:pt x="3744666" y="3122891"/>
                  <a:pt x="3743503" y="3129792"/>
                  <a:pt x="3742676" y="3137453"/>
                </a:cubicBezTo>
                <a:lnTo>
                  <a:pt x="3742441" y="3143884"/>
                </a:lnTo>
                <a:lnTo>
                  <a:pt x="3737104" y="3158122"/>
                </a:lnTo>
                <a:cubicBezTo>
                  <a:pt x="3733050" y="3168490"/>
                  <a:pt x="3730374" y="3176626"/>
                  <a:pt x="3733275" y="3185367"/>
                </a:cubicBezTo>
                <a:cubicBezTo>
                  <a:pt x="3728135" y="3200760"/>
                  <a:pt x="3712176" y="3212117"/>
                  <a:pt x="3717639" y="3233769"/>
                </a:cubicBezTo>
                <a:cubicBezTo>
                  <a:pt x="3709851" y="3227497"/>
                  <a:pt x="3717920" y="3258095"/>
                  <a:pt x="3710433" y="3262123"/>
                </a:cubicBezTo>
                <a:cubicBezTo>
                  <a:pt x="3704342" y="3264110"/>
                  <a:pt x="3705370" y="3273856"/>
                  <a:pt x="3703458" y="3281408"/>
                </a:cubicBezTo>
                <a:cubicBezTo>
                  <a:pt x="3697412" y="3287020"/>
                  <a:pt x="3693483" y="3324746"/>
                  <a:pt x="3695027" y="3337739"/>
                </a:cubicBezTo>
                <a:cubicBezTo>
                  <a:pt x="3703095" y="3374177"/>
                  <a:pt x="3679154" y="3404974"/>
                  <a:pt x="3684951" y="3434139"/>
                </a:cubicBezTo>
                <a:cubicBezTo>
                  <a:pt x="3684732" y="3441861"/>
                  <a:pt x="3683615" y="3448308"/>
                  <a:pt x="3681946" y="3453928"/>
                </a:cubicBezTo>
                <a:lnTo>
                  <a:pt x="3675939" y="3468021"/>
                </a:lnTo>
                <a:cubicBezTo>
                  <a:pt x="3674480" y="3468264"/>
                  <a:pt x="3673022" y="3468506"/>
                  <a:pt x="3671563" y="3468748"/>
                </a:cubicBezTo>
                <a:lnTo>
                  <a:pt x="3669360" y="3479164"/>
                </a:lnTo>
                <a:lnTo>
                  <a:pt x="3668060" y="3481325"/>
                </a:lnTo>
                <a:cubicBezTo>
                  <a:pt x="3665560" y="3485437"/>
                  <a:pt x="3663197" y="3489622"/>
                  <a:pt x="3661315" y="3494328"/>
                </a:cubicBezTo>
                <a:cubicBezTo>
                  <a:pt x="3678446" y="3506175"/>
                  <a:pt x="3648136" y="3536311"/>
                  <a:pt x="3664679" y="3537226"/>
                </a:cubicBezTo>
                <a:cubicBezTo>
                  <a:pt x="3657322" y="3565147"/>
                  <a:pt x="3674997" y="3558694"/>
                  <a:pt x="3654205" y="3577551"/>
                </a:cubicBezTo>
                <a:cubicBezTo>
                  <a:pt x="3653633" y="3634248"/>
                  <a:pt x="3628736" y="3694092"/>
                  <a:pt x="3637325" y="3749618"/>
                </a:cubicBezTo>
                <a:cubicBezTo>
                  <a:pt x="3631446" y="3736800"/>
                  <a:pt x="3620480" y="3747498"/>
                  <a:pt x="3620258" y="3763981"/>
                </a:cubicBezTo>
                <a:cubicBezTo>
                  <a:pt x="3596667" y="3715365"/>
                  <a:pt x="3630603" y="3842969"/>
                  <a:pt x="3608193" y="3830141"/>
                </a:cubicBezTo>
                <a:cubicBezTo>
                  <a:pt x="3625759" y="3852486"/>
                  <a:pt x="3638965" y="3943841"/>
                  <a:pt x="3616479" y="3951521"/>
                </a:cubicBezTo>
                <a:cubicBezTo>
                  <a:pt x="3607940" y="3994867"/>
                  <a:pt x="3614033" y="4040502"/>
                  <a:pt x="3595498" y="4074157"/>
                </a:cubicBezTo>
                <a:cubicBezTo>
                  <a:pt x="3597477" y="4078342"/>
                  <a:pt x="3598819" y="4082864"/>
                  <a:pt x="3599706" y="4087599"/>
                </a:cubicBezTo>
                <a:lnTo>
                  <a:pt x="3601103" y="4101515"/>
                </a:lnTo>
                <a:lnTo>
                  <a:pt x="3600274" y="4102849"/>
                </a:lnTo>
                <a:cubicBezTo>
                  <a:pt x="3598143" y="4109482"/>
                  <a:pt x="3598077" y="4114144"/>
                  <a:pt x="3598925" y="4117926"/>
                </a:cubicBezTo>
                <a:lnTo>
                  <a:pt x="3600630" y="4121966"/>
                </a:lnTo>
                <a:lnTo>
                  <a:pt x="3600331" y="4132543"/>
                </a:lnTo>
                <a:lnTo>
                  <a:pt x="3601432" y="4154003"/>
                </a:lnTo>
                <a:lnTo>
                  <a:pt x="3600054" y="4157433"/>
                </a:lnTo>
                <a:lnTo>
                  <a:pt x="3599248" y="4188888"/>
                </a:lnTo>
                <a:cubicBezTo>
                  <a:pt x="3598993" y="4188940"/>
                  <a:pt x="3598738" y="4188992"/>
                  <a:pt x="3598484" y="4189044"/>
                </a:cubicBezTo>
                <a:cubicBezTo>
                  <a:pt x="3596754" y="4190111"/>
                  <a:pt x="3595443" y="4192250"/>
                  <a:pt x="3594971" y="4196698"/>
                </a:cubicBezTo>
                <a:cubicBezTo>
                  <a:pt x="3584674" y="4185805"/>
                  <a:pt x="3590455" y="4197885"/>
                  <a:pt x="3589971" y="4211958"/>
                </a:cubicBezTo>
                <a:cubicBezTo>
                  <a:pt x="3573870" y="4198179"/>
                  <a:pt x="3579156" y="4240607"/>
                  <a:pt x="3569135" y="4243705"/>
                </a:cubicBezTo>
                <a:cubicBezTo>
                  <a:pt x="3569142" y="4254351"/>
                  <a:pt x="3568856" y="4265362"/>
                  <a:pt x="3568210" y="4276468"/>
                </a:cubicBezTo>
                <a:lnTo>
                  <a:pt x="3567613" y="4282925"/>
                </a:lnTo>
                <a:cubicBezTo>
                  <a:pt x="3567553" y="4282949"/>
                  <a:pt x="3567492" y="4282974"/>
                  <a:pt x="3567432" y="4282999"/>
                </a:cubicBezTo>
                <a:cubicBezTo>
                  <a:pt x="3566940" y="4284280"/>
                  <a:pt x="3566607" y="4286359"/>
                  <a:pt x="3566464" y="4289697"/>
                </a:cubicBezTo>
                <a:lnTo>
                  <a:pt x="3566526" y="4294698"/>
                </a:lnTo>
                <a:lnTo>
                  <a:pt x="3565367" y="4307225"/>
                </a:lnTo>
                <a:lnTo>
                  <a:pt x="3563841" y="4311164"/>
                </a:lnTo>
                <a:lnTo>
                  <a:pt x="3561610" y="4312189"/>
                </a:lnTo>
                <a:lnTo>
                  <a:pt x="3561734" y="4313408"/>
                </a:lnTo>
                <a:cubicBezTo>
                  <a:pt x="3564537" y="4323096"/>
                  <a:pt x="3569544" y="4327053"/>
                  <a:pt x="3553832" y="4334910"/>
                </a:cubicBezTo>
                <a:cubicBezTo>
                  <a:pt x="3557797" y="4356533"/>
                  <a:pt x="3548502" y="4358433"/>
                  <a:pt x="3542564" y="4385380"/>
                </a:cubicBezTo>
                <a:cubicBezTo>
                  <a:pt x="3547050" y="4398267"/>
                  <a:pt x="3544091" y="4407098"/>
                  <a:pt x="3538724" y="4415150"/>
                </a:cubicBezTo>
                <a:cubicBezTo>
                  <a:pt x="3538633" y="4442707"/>
                  <a:pt x="3529920" y="4465824"/>
                  <a:pt x="3525348" y="4495753"/>
                </a:cubicBezTo>
                <a:cubicBezTo>
                  <a:pt x="3529387" y="4530212"/>
                  <a:pt x="3514579" y="4543935"/>
                  <a:pt x="3509749" y="4575934"/>
                </a:cubicBezTo>
                <a:cubicBezTo>
                  <a:pt x="3519579" y="4606914"/>
                  <a:pt x="3496418" y="4596497"/>
                  <a:pt x="3489779" y="4611927"/>
                </a:cubicBezTo>
                <a:lnTo>
                  <a:pt x="3488856" y="4616508"/>
                </a:lnTo>
                <a:lnTo>
                  <a:pt x="3489486" y="4629163"/>
                </a:lnTo>
                <a:lnTo>
                  <a:pt x="3490242" y="4633947"/>
                </a:lnTo>
                <a:cubicBezTo>
                  <a:pt x="3490570" y="4637233"/>
                  <a:pt x="3490539" y="4639406"/>
                  <a:pt x="3490244" y="4640894"/>
                </a:cubicBezTo>
                <a:lnTo>
                  <a:pt x="3490078" y="4641059"/>
                </a:lnTo>
                <a:lnTo>
                  <a:pt x="3490403" y="4647582"/>
                </a:lnTo>
                <a:cubicBezTo>
                  <a:pt x="3491330" y="4658608"/>
                  <a:pt x="3492590" y="4669354"/>
                  <a:pt x="3494082" y="4679601"/>
                </a:cubicBezTo>
                <a:cubicBezTo>
                  <a:pt x="3484854" y="4687754"/>
                  <a:pt x="3495864" y="4725869"/>
                  <a:pt x="3478421" y="4720918"/>
                </a:cubicBezTo>
                <a:cubicBezTo>
                  <a:pt x="3479918" y="4734712"/>
                  <a:pt x="3487176" y="4743359"/>
                  <a:pt x="3475730" y="4738188"/>
                </a:cubicBezTo>
                <a:cubicBezTo>
                  <a:pt x="3475894" y="4742712"/>
                  <a:pt x="3474928" y="4745450"/>
                  <a:pt x="3473409" y="4747368"/>
                </a:cubicBezTo>
                <a:lnTo>
                  <a:pt x="3472696" y="4747913"/>
                </a:lnTo>
                <a:lnTo>
                  <a:pt x="3476304" y="4778609"/>
                </a:lnTo>
                <a:lnTo>
                  <a:pt x="3475454" y="4782623"/>
                </a:lnTo>
                <a:lnTo>
                  <a:pt x="3479507" y="4802712"/>
                </a:lnTo>
                <a:lnTo>
                  <a:pt x="3480695" y="4813049"/>
                </a:lnTo>
                <a:lnTo>
                  <a:pt x="3482902" y="4816057"/>
                </a:lnTo>
                <a:cubicBezTo>
                  <a:pt x="3484247" y="4819259"/>
                  <a:pt x="3484834" y="4823783"/>
                  <a:pt x="3483703" y="4831270"/>
                </a:cubicBezTo>
                <a:lnTo>
                  <a:pt x="3483090" y="4832984"/>
                </a:lnTo>
                <a:lnTo>
                  <a:pt x="3486378" y="4845654"/>
                </a:lnTo>
                <a:cubicBezTo>
                  <a:pt x="3487893" y="4849755"/>
                  <a:pt x="3489817" y="4853416"/>
                  <a:pt x="3492309" y="4856425"/>
                </a:cubicBezTo>
                <a:cubicBezTo>
                  <a:pt x="3479133" y="4898390"/>
                  <a:pt x="3491371" y="4939174"/>
                  <a:pt x="3489182" y="4985308"/>
                </a:cubicBezTo>
                <a:cubicBezTo>
                  <a:pt x="3492413" y="5037202"/>
                  <a:pt x="3496839" y="5073159"/>
                  <a:pt x="3498182" y="5107346"/>
                </a:cubicBezTo>
                <a:cubicBezTo>
                  <a:pt x="3500266" y="5123329"/>
                  <a:pt x="3506680" y="5240376"/>
                  <a:pt x="3499225" y="5231073"/>
                </a:cubicBezTo>
                <a:cubicBezTo>
                  <a:pt x="3515247" y="5280090"/>
                  <a:pt x="3497607" y="5309911"/>
                  <a:pt x="3504960" y="5364785"/>
                </a:cubicBezTo>
                <a:cubicBezTo>
                  <a:pt x="3487546" y="5393671"/>
                  <a:pt x="3503686" y="5378336"/>
                  <a:pt x="3500486" y="5409009"/>
                </a:cubicBezTo>
                <a:cubicBezTo>
                  <a:pt x="3516561" y="5401350"/>
                  <a:pt x="3491544" y="5446009"/>
                  <a:pt x="3509710" y="5448570"/>
                </a:cubicBezTo>
                <a:cubicBezTo>
                  <a:pt x="3508555" y="5454072"/>
                  <a:pt x="3506859" y="5459319"/>
                  <a:pt x="3505022" y="5464568"/>
                </a:cubicBezTo>
                <a:lnTo>
                  <a:pt x="3504070" y="5467320"/>
                </a:lnTo>
                <a:lnTo>
                  <a:pt x="3503399" y="5478483"/>
                </a:lnTo>
                <a:lnTo>
                  <a:pt x="3499281" y="5481443"/>
                </a:lnTo>
                <a:lnTo>
                  <a:pt x="3499047" y="5616712"/>
                </a:lnTo>
                <a:cubicBezTo>
                  <a:pt x="3502347" y="5628424"/>
                  <a:pt x="3503819" y="5666768"/>
                  <a:pt x="3498775" y="5675291"/>
                </a:cubicBezTo>
                <a:cubicBezTo>
                  <a:pt x="3497984" y="5683547"/>
                  <a:pt x="3500335" y="5692400"/>
                  <a:pt x="3494739" y="5697458"/>
                </a:cubicBezTo>
                <a:cubicBezTo>
                  <a:pt x="3492180" y="5715432"/>
                  <a:pt x="3486290" y="5756597"/>
                  <a:pt x="3483423" y="5783137"/>
                </a:cubicBezTo>
                <a:cubicBezTo>
                  <a:pt x="3491452" y="5796973"/>
                  <a:pt x="3477643" y="5819988"/>
                  <a:pt x="3477532" y="5856699"/>
                </a:cubicBezTo>
                <a:cubicBezTo>
                  <a:pt x="3486776" y="5871818"/>
                  <a:pt x="3477340" y="5881447"/>
                  <a:pt x="3490032" y="5910638"/>
                </a:cubicBezTo>
                <a:cubicBezTo>
                  <a:pt x="3488930" y="5911913"/>
                  <a:pt x="3487924" y="5913488"/>
                  <a:pt x="3487046" y="5915313"/>
                </a:cubicBezTo>
                <a:cubicBezTo>
                  <a:pt x="3481941" y="5925917"/>
                  <a:pt x="3482137" y="5942505"/>
                  <a:pt x="3487484" y="5952365"/>
                </a:cubicBezTo>
                <a:cubicBezTo>
                  <a:pt x="3504666" y="5999029"/>
                  <a:pt x="3505019" y="6042078"/>
                  <a:pt x="3509266" y="6082373"/>
                </a:cubicBezTo>
                <a:cubicBezTo>
                  <a:pt x="3512265" y="6128005"/>
                  <a:pt x="3492950" y="6098121"/>
                  <a:pt x="3509564" y="6154771"/>
                </a:cubicBezTo>
                <a:cubicBezTo>
                  <a:pt x="3503223" y="6161045"/>
                  <a:pt x="3503062" y="6168289"/>
                  <a:pt x="3506404" y="6180433"/>
                </a:cubicBezTo>
                <a:cubicBezTo>
                  <a:pt x="3507378" y="6202614"/>
                  <a:pt x="3491084" y="6201180"/>
                  <a:pt x="3501312" y="6223427"/>
                </a:cubicBezTo>
                <a:cubicBezTo>
                  <a:pt x="3492497" y="6219559"/>
                  <a:pt x="3498753" y="6265580"/>
                  <a:pt x="3489469" y="6255476"/>
                </a:cubicBezTo>
                <a:cubicBezTo>
                  <a:pt x="3481791" y="6270065"/>
                  <a:pt x="3495037" y="6276996"/>
                  <a:pt x="3488398" y="6291462"/>
                </a:cubicBezTo>
                <a:cubicBezTo>
                  <a:pt x="3487099" y="6307679"/>
                  <a:pt x="3497555" y="6282019"/>
                  <a:pt x="3498547" y="6299935"/>
                </a:cubicBezTo>
                <a:cubicBezTo>
                  <a:pt x="3498173" y="6321676"/>
                  <a:pt x="3514193" y="6321381"/>
                  <a:pt x="3494028" y="6338390"/>
                </a:cubicBezTo>
                <a:lnTo>
                  <a:pt x="3486030" y="6396716"/>
                </a:lnTo>
                <a:cubicBezTo>
                  <a:pt x="3491309" y="6409668"/>
                  <a:pt x="3488928" y="6420134"/>
                  <a:pt x="3484103" y="6430386"/>
                </a:cubicBezTo>
                <a:cubicBezTo>
                  <a:pt x="3485763" y="6460632"/>
                  <a:pt x="3478568" y="6488285"/>
                  <a:pt x="3475922" y="6522318"/>
                </a:cubicBezTo>
                <a:cubicBezTo>
                  <a:pt x="3482128" y="6559051"/>
                  <a:pt x="3468277" y="6578006"/>
                  <a:pt x="3465506" y="6614374"/>
                </a:cubicBezTo>
                <a:cubicBezTo>
                  <a:pt x="3478925" y="6650248"/>
                  <a:pt x="3446064" y="6638174"/>
                  <a:pt x="3446789" y="6668768"/>
                </a:cubicBezTo>
                <a:cubicBezTo>
                  <a:pt x="3458869" y="6718505"/>
                  <a:pt x="3435878" y="6667592"/>
                  <a:pt x="3439582" y="6744454"/>
                </a:cubicBezTo>
                <a:cubicBezTo>
                  <a:pt x="3441631" y="6748797"/>
                  <a:pt x="3439393" y="6758101"/>
                  <a:pt x="3436538" y="6757102"/>
                </a:cubicBezTo>
                <a:cubicBezTo>
                  <a:pt x="3437461" y="6773941"/>
                  <a:pt x="3420846" y="6822488"/>
                  <a:pt x="3424061" y="6846522"/>
                </a:cubicBezTo>
                <a:lnTo>
                  <a:pt x="3423032" y="6858000"/>
                </a:lnTo>
                <a:lnTo>
                  <a:pt x="0" y="6858000"/>
                </a:lnTo>
                <a:close/>
              </a:path>
            </a:pathLst>
          </a:custGeom>
        </p:spPr>
      </p:pic>
      <p:sp>
        <p:nvSpPr>
          <p:cNvPr id="3" name="Content Placeholder 2">
            <a:extLst>
              <a:ext uri="{FF2B5EF4-FFF2-40B4-BE49-F238E27FC236}">
                <a16:creationId xmlns:a16="http://schemas.microsoft.com/office/drawing/2014/main" id="{3E98FC61-354E-9C2F-5893-208D7261C5CB}"/>
              </a:ext>
            </a:extLst>
          </p:cNvPr>
          <p:cNvSpPr>
            <a:spLocks noGrp="1"/>
          </p:cNvSpPr>
          <p:nvPr>
            <p:ph idx="1"/>
          </p:nvPr>
        </p:nvSpPr>
        <p:spPr>
          <a:xfrm>
            <a:off x="4272198" y="1692292"/>
            <a:ext cx="6781800" cy="4563964"/>
          </a:xfrm>
        </p:spPr>
        <p:txBody>
          <a:bodyPr anchor="t">
            <a:normAutofit lnSpcReduction="10000"/>
          </a:bodyPr>
          <a:lstStyle/>
          <a:p>
            <a:pPr marL="0" indent="0">
              <a:buNone/>
            </a:pPr>
            <a:r>
              <a:rPr lang="en-US" b="0" i="0" u="none" strike="noStrike" baseline="0" dirty="0">
                <a:latin typeface="TimesTen-Roman"/>
              </a:rPr>
              <a:t>Amdahl’s law is best understood by working through some examples. This one</a:t>
            </a:r>
          </a:p>
          <a:p>
            <a:pPr marL="0" indent="0">
              <a:buNone/>
            </a:pPr>
            <a:r>
              <a:rPr lang="en-US" b="0" i="0" u="none" strike="noStrike" baseline="0" dirty="0">
                <a:latin typeface="TimesTen-Roman"/>
              </a:rPr>
              <a:t>requires you to look at Equation 1.1 from an unusual perspective. This problem</a:t>
            </a:r>
          </a:p>
          <a:p>
            <a:pPr marL="0" indent="0">
              <a:buNone/>
            </a:pPr>
            <a:r>
              <a:rPr lang="en-US" b="0" i="0" u="none" strike="noStrike" baseline="0" dirty="0">
                <a:latin typeface="TimesTen-Roman"/>
              </a:rPr>
              <a:t>is a simple application of the equation. You are given </a:t>
            </a:r>
            <a:r>
              <a:rPr lang="en-US" b="0" i="1" u="none" strike="noStrike" baseline="0" dirty="0">
                <a:latin typeface="MTMIZ"/>
              </a:rPr>
              <a:t>S </a:t>
            </a:r>
            <a:r>
              <a:rPr lang="en-US" b="0" i="0" u="none" strike="noStrike" baseline="0" dirty="0">
                <a:latin typeface="MTSYN"/>
              </a:rPr>
              <a:t>= </a:t>
            </a:r>
            <a:r>
              <a:rPr lang="en-US" b="0" i="0" u="none" strike="noStrike" baseline="0" dirty="0">
                <a:latin typeface="TimesTen-Roman"/>
              </a:rPr>
              <a:t>4 and </a:t>
            </a:r>
            <a:r>
              <a:rPr lang="en-US" b="0" i="1" u="none" strike="noStrike" baseline="0" dirty="0">
                <a:latin typeface="MTMIZ"/>
              </a:rPr>
              <a:t>α </a:t>
            </a:r>
            <a:r>
              <a:rPr lang="en-US" b="0" i="0" u="none" strike="noStrike" baseline="0" dirty="0">
                <a:latin typeface="MTSYN"/>
              </a:rPr>
              <a:t>= </a:t>
            </a:r>
            <a:r>
              <a:rPr lang="en-US" b="0" i="0" u="none" strike="noStrike" baseline="0" dirty="0">
                <a:latin typeface="TimesTen-Roman"/>
              </a:rPr>
              <a:t>0</a:t>
            </a:r>
            <a:r>
              <a:rPr lang="en-US" b="0" i="1" u="none" strike="noStrike" baseline="0" dirty="0">
                <a:latin typeface="MTMIZ"/>
              </a:rPr>
              <a:t>.</a:t>
            </a:r>
            <a:r>
              <a:rPr lang="en-US" b="0" i="0" u="none" strike="noStrike" baseline="0" dirty="0">
                <a:latin typeface="TimesTen-Roman"/>
              </a:rPr>
              <a:t>9, and you</a:t>
            </a:r>
          </a:p>
          <a:p>
            <a:pPr marL="0" indent="0">
              <a:buNone/>
            </a:pPr>
            <a:r>
              <a:rPr lang="en-US" b="0" i="0" u="none" strike="noStrike" baseline="0" dirty="0">
                <a:latin typeface="TimesTen-Roman"/>
              </a:rPr>
              <a:t>must then solve for </a:t>
            </a:r>
            <a:r>
              <a:rPr lang="en-US" b="0" i="1" u="none" strike="noStrike" baseline="0" dirty="0">
                <a:latin typeface="MTMIZ"/>
              </a:rPr>
              <a:t>k</a:t>
            </a:r>
            <a:r>
              <a:rPr lang="en-US" b="0" i="0" u="none" strike="noStrike" baseline="0" dirty="0">
                <a:latin typeface="TimesTen-Roman"/>
              </a:rPr>
              <a:t>:</a:t>
            </a:r>
          </a:p>
          <a:p>
            <a:pPr marL="0" indent="0">
              <a:buNone/>
            </a:pPr>
            <a:r>
              <a:rPr lang="en-US" b="0" i="0" u="none" strike="noStrike" baseline="0" dirty="0">
                <a:latin typeface="TimesTen-Roman"/>
              </a:rPr>
              <a:t>4 </a:t>
            </a:r>
            <a:r>
              <a:rPr lang="en-US" b="0" i="0" u="none" strike="noStrike" baseline="0" dirty="0">
                <a:latin typeface="MTSYN"/>
              </a:rPr>
              <a:t>= </a:t>
            </a:r>
            <a:r>
              <a:rPr lang="en-US" b="0" i="0" u="none" strike="noStrike" baseline="0" dirty="0">
                <a:latin typeface="TimesTen-Roman"/>
              </a:rPr>
              <a:t>1</a:t>
            </a:r>
            <a:r>
              <a:rPr lang="en-US" b="0" i="1" u="none" strike="noStrike" baseline="0" dirty="0">
                <a:latin typeface="MTMIZ"/>
              </a:rPr>
              <a:t>/(</a:t>
            </a:r>
            <a:r>
              <a:rPr lang="en-US" b="0" i="0" u="none" strike="noStrike" baseline="0" dirty="0">
                <a:latin typeface="TimesTen-Roman"/>
              </a:rPr>
              <a:t>1</a:t>
            </a:r>
            <a:r>
              <a:rPr lang="en-US" b="0" i="0" u="none" strike="noStrike" baseline="0" dirty="0">
                <a:latin typeface="MTSYN"/>
              </a:rPr>
              <a:t>− </a:t>
            </a:r>
            <a:r>
              <a:rPr lang="en-US" b="0" i="0" u="none" strike="noStrike" baseline="0" dirty="0">
                <a:latin typeface="TimesTen-Roman"/>
              </a:rPr>
              <a:t>0</a:t>
            </a:r>
            <a:r>
              <a:rPr lang="en-US" b="0" i="1" u="none" strike="noStrike" baseline="0" dirty="0">
                <a:latin typeface="MTMIZ"/>
              </a:rPr>
              <a:t>.</a:t>
            </a:r>
            <a:r>
              <a:rPr lang="en-US" b="0" i="0" u="none" strike="noStrike" baseline="0" dirty="0">
                <a:latin typeface="TimesTen-Roman"/>
              </a:rPr>
              <a:t>9</a:t>
            </a:r>
            <a:r>
              <a:rPr lang="en-US" b="0" i="1" u="none" strike="noStrike" baseline="0" dirty="0">
                <a:latin typeface="MTMIZ"/>
              </a:rPr>
              <a:t>) </a:t>
            </a:r>
            <a:r>
              <a:rPr lang="en-US" b="0" i="0" u="none" strike="noStrike" baseline="0" dirty="0">
                <a:latin typeface="MTSYN"/>
              </a:rPr>
              <a:t>+ </a:t>
            </a:r>
            <a:r>
              <a:rPr lang="en-US" b="0" i="0" u="none" strike="noStrike" baseline="0" dirty="0">
                <a:latin typeface="TimesTen-Roman"/>
              </a:rPr>
              <a:t>0</a:t>
            </a:r>
            <a:r>
              <a:rPr lang="en-US" b="0" i="1" u="none" strike="noStrike" baseline="0" dirty="0">
                <a:latin typeface="MTMIZ"/>
              </a:rPr>
              <a:t>.</a:t>
            </a:r>
            <a:r>
              <a:rPr lang="en-US" b="0" i="0" u="none" strike="noStrike" baseline="0" dirty="0">
                <a:latin typeface="TimesTen-Roman"/>
              </a:rPr>
              <a:t>9</a:t>
            </a:r>
            <a:r>
              <a:rPr lang="en-US" b="0" i="1" u="none" strike="noStrike" baseline="0" dirty="0">
                <a:latin typeface="MTMIZ"/>
              </a:rPr>
              <a:t>/k</a:t>
            </a:r>
          </a:p>
          <a:p>
            <a:pPr marL="0" indent="0">
              <a:buNone/>
            </a:pPr>
            <a:r>
              <a:rPr lang="en-US" b="0" i="0" u="none" strike="noStrike" baseline="0" dirty="0">
                <a:latin typeface="TimesTen-Roman"/>
              </a:rPr>
              <a:t>0</a:t>
            </a:r>
            <a:r>
              <a:rPr lang="en-US" b="0" i="1" u="none" strike="noStrike" baseline="0" dirty="0">
                <a:latin typeface="MTMIZ"/>
              </a:rPr>
              <a:t>.</a:t>
            </a:r>
            <a:r>
              <a:rPr lang="en-US" b="0" i="0" u="none" strike="noStrike" baseline="0" dirty="0">
                <a:latin typeface="TimesTen-Roman"/>
              </a:rPr>
              <a:t>4 </a:t>
            </a:r>
            <a:r>
              <a:rPr lang="en-US" b="0" i="0" u="none" strike="noStrike" baseline="0" dirty="0">
                <a:latin typeface="MTSYN"/>
              </a:rPr>
              <a:t>+ </a:t>
            </a:r>
            <a:r>
              <a:rPr lang="en-US" b="0" i="0" u="none" strike="noStrike" baseline="0" dirty="0">
                <a:latin typeface="TimesTen-Roman"/>
              </a:rPr>
              <a:t>3</a:t>
            </a:r>
            <a:r>
              <a:rPr lang="en-US" b="0" i="1" u="none" strike="noStrike" baseline="0" dirty="0">
                <a:latin typeface="MTMIZ"/>
              </a:rPr>
              <a:t>.</a:t>
            </a:r>
            <a:r>
              <a:rPr lang="en-US" b="0" i="0" u="none" strike="noStrike" baseline="0" dirty="0">
                <a:latin typeface="TimesTen-Roman"/>
              </a:rPr>
              <a:t>6</a:t>
            </a:r>
            <a:r>
              <a:rPr lang="en-US" b="0" i="1" u="none" strike="noStrike" baseline="0" dirty="0">
                <a:latin typeface="MTMIZ"/>
              </a:rPr>
              <a:t>/k </a:t>
            </a:r>
            <a:r>
              <a:rPr lang="en-US" b="0" i="0" u="none" strike="noStrike" baseline="0" dirty="0">
                <a:latin typeface="MTSYN"/>
              </a:rPr>
              <a:t>= </a:t>
            </a:r>
            <a:r>
              <a:rPr lang="en-US" b="0" i="0" u="none" strike="noStrike" baseline="0" dirty="0">
                <a:latin typeface="TimesTen-Roman"/>
              </a:rPr>
              <a:t>1</a:t>
            </a:r>
            <a:r>
              <a:rPr lang="en-US" b="0" i="1" u="none" strike="noStrike" baseline="0" dirty="0">
                <a:latin typeface="MTMIZ"/>
              </a:rPr>
              <a:t>.</a:t>
            </a:r>
            <a:r>
              <a:rPr lang="en-US" b="0" i="0" u="none" strike="noStrike" baseline="0" dirty="0">
                <a:latin typeface="TimesTen-Roman"/>
              </a:rPr>
              <a:t>0</a:t>
            </a:r>
          </a:p>
          <a:p>
            <a:pPr marL="0" indent="0">
              <a:buNone/>
            </a:pPr>
            <a:r>
              <a:rPr lang="en-US" b="0" i="1" u="none" strike="noStrike" baseline="0" dirty="0">
                <a:latin typeface="MTMIZ"/>
              </a:rPr>
              <a:t>k </a:t>
            </a:r>
            <a:r>
              <a:rPr lang="en-US" b="0" i="0" u="none" strike="noStrike" baseline="0" dirty="0">
                <a:latin typeface="MTSYN"/>
              </a:rPr>
              <a:t>= </a:t>
            </a:r>
            <a:r>
              <a:rPr lang="en-US" b="0" i="0" u="none" strike="noStrike" baseline="0" dirty="0">
                <a:latin typeface="TimesTen-Roman"/>
              </a:rPr>
              <a:t>6</a:t>
            </a:r>
            <a:r>
              <a:rPr lang="en-US" b="0" i="1" u="none" strike="noStrike" baseline="0" dirty="0">
                <a:latin typeface="MTMIZ"/>
              </a:rPr>
              <a:t>.</a:t>
            </a:r>
            <a:r>
              <a:rPr lang="en-US" b="0" i="0" u="none" strike="noStrike" baseline="0" dirty="0">
                <a:latin typeface="TimesTen-Roman"/>
              </a:rPr>
              <a:t>0</a:t>
            </a:r>
            <a:endParaRPr lang="en-US" dirty="0"/>
          </a:p>
        </p:txBody>
      </p:sp>
    </p:spTree>
    <p:extLst>
      <p:ext uri="{BB962C8B-B14F-4D97-AF65-F5344CB8AC3E}">
        <p14:creationId xmlns:p14="http://schemas.microsoft.com/office/powerpoint/2010/main" val="39683860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5F7ABCA-A68A-47DD-B732-76FF34C6F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76DD5D-948A-46AA-B1B4-182E618C7588}"/>
              </a:ext>
            </a:extLst>
          </p:cNvPr>
          <p:cNvSpPr>
            <a:spLocks noGrp="1"/>
          </p:cNvSpPr>
          <p:nvPr>
            <p:ph type="title"/>
          </p:nvPr>
        </p:nvSpPr>
        <p:spPr>
          <a:xfrm>
            <a:off x="643465" y="3505199"/>
            <a:ext cx="4809068" cy="2608143"/>
          </a:xfrm>
        </p:spPr>
        <p:txBody>
          <a:bodyPr anchor="t">
            <a:normAutofit/>
          </a:bodyPr>
          <a:lstStyle/>
          <a:p>
            <a:pPr algn="ctr"/>
            <a:r>
              <a:rPr lang="en-US" sz="4000" i="0" u="none" strike="noStrike" baseline="0" dirty="0">
                <a:latin typeface="Times New Roman" panose="02020603050405020304" pitchFamily="18" charset="0"/>
                <a:cs typeface="Times New Roman" panose="02020603050405020304" pitchFamily="18" charset="0"/>
              </a:rPr>
              <a:t>Concurrency and Parallelism</a:t>
            </a:r>
            <a:endParaRPr lang="en-US" sz="4000" dirty="0">
              <a:latin typeface="Times New Roman" panose="02020603050405020304" pitchFamily="18" charset="0"/>
              <a:cs typeface="Times New Roman" panose="02020603050405020304" pitchFamily="18" charset="0"/>
            </a:endParaRPr>
          </a:p>
        </p:txBody>
      </p:sp>
      <p:pic>
        <p:nvPicPr>
          <p:cNvPr id="7" name="Graphic 6" descr="Computer">
            <a:extLst>
              <a:ext uri="{FF2B5EF4-FFF2-40B4-BE49-F238E27FC236}">
                <a16:creationId xmlns:a16="http://schemas.microsoft.com/office/drawing/2014/main" id="{E456585B-BC67-53EE-4132-8EA2AC66B2F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90799" y="2519363"/>
            <a:ext cx="914400" cy="914400"/>
          </a:xfrm>
          <a:prstGeom prst="rect">
            <a:avLst/>
          </a:prstGeom>
        </p:spPr>
      </p:pic>
      <p:sp>
        <p:nvSpPr>
          <p:cNvPr id="3" name="Content Placeholder 2">
            <a:extLst>
              <a:ext uri="{FF2B5EF4-FFF2-40B4-BE49-F238E27FC236}">
                <a16:creationId xmlns:a16="http://schemas.microsoft.com/office/drawing/2014/main" id="{9D713A22-D20D-A840-9488-A36A53D46420}"/>
              </a:ext>
            </a:extLst>
          </p:cNvPr>
          <p:cNvSpPr>
            <a:spLocks noGrp="1"/>
          </p:cNvSpPr>
          <p:nvPr>
            <p:ph idx="1"/>
          </p:nvPr>
        </p:nvSpPr>
        <p:spPr>
          <a:xfrm>
            <a:off x="4940710" y="643467"/>
            <a:ext cx="6734823" cy="5816327"/>
          </a:xfrm>
        </p:spPr>
        <p:txBody>
          <a:bodyPr anchor="ctr">
            <a:noAutofit/>
          </a:bodyPr>
          <a:lstStyle/>
          <a:p>
            <a:pPr marL="0" indent="0">
              <a:lnSpc>
                <a:spcPct val="150000"/>
              </a:lnSpc>
              <a:buNone/>
            </a:pPr>
            <a:r>
              <a:rPr lang="en-US" sz="2000" b="0" i="0" u="none" strike="noStrike" baseline="0" dirty="0">
                <a:latin typeface="TimesTen-Roman"/>
              </a:rPr>
              <a:t>Throughout the history of digital computers, two demands have been constant forces in driving improvements</a:t>
            </a:r>
          </a:p>
          <a:p>
            <a:pPr marL="0" indent="0">
              <a:lnSpc>
                <a:spcPct val="150000"/>
              </a:lnSpc>
              <a:buNone/>
            </a:pPr>
            <a:r>
              <a:rPr lang="en-US" sz="2000" dirty="0">
                <a:latin typeface="TimesTen-Roman"/>
              </a:rPr>
              <a:t>1. Time </a:t>
            </a:r>
          </a:p>
          <a:p>
            <a:pPr marL="0" indent="0">
              <a:lnSpc>
                <a:spcPct val="150000"/>
              </a:lnSpc>
              <a:buNone/>
            </a:pPr>
            <a:r>
              <a:rPr lang="en-US" sz="2000" b="0" i="0" u="none" strike="noStrike" baseline="0" dirty="0">
                <a:latin typeface="TimesTen-Roman"/>
              </a:rPr>
              <a:t>2.Space</a:t>
            </a:r>
          </a:p>
          <a:p>
            <a:pPr>
              <a:lnSpc>
                <a:spcPct val="150000"/>
              </a:lnSpc>
              <a:buFont typeface="Wingdings" panose="05000000000000000000" pitchFamily="2" charset="2"/>
              <a:buChar char="Ø"/>
            </a:pPr>
            <a:r>
              <a:rPr lang="en-US" sz="2000" b="0" i="0" u="none" strike="noStrike" baseline="0" dirty="0">
                <a:latin typeface="TimesTen-Roman"/>
              </a:rPr>
              <a:t>We use the term </a:t>
            </a:r>
            <a:r>
              <a:rPr lang="en-US" sz="2000" b="0" i="1" u="none" strike="noStrike" baseline="0" dirty="0">
                <a:latin typeface="TimesTen-Italic"/>
              </a:rPr>
              <a:t>concurrency </a:t>
            </a:r>
            <a:r>
              <a:rPr lang="en-US" sz="2000" b="0" i="0" u="none" strike="noStrike" baseline="0" dirty="0">
                <a:latin typeface="TimesTen-Roman"/>
              </a:rPr>
              <a:t>to refer to the general concept of a system with multiple, simultaneous activities, </a:t>
            </a:r>
          </a:p>
          <a:p>
            <a:pPr>
              <a:lnSpc>
                <a:spcPct val="150000"/>
              </a:lnSpc>
              <a:buFont typeface="Wingdings" panose="05000000000000000000" pitchFamily="2" charset="2"/>
              <a:buChar char="Ø"/>
            </a:pPr>
            <a:r>
              <a:rPr lang="en-US" sz="2000" b="0" i="1" u="none" strike="noStrike" baseline="0" dirty="0">
                <a:latin typeface="TimesTen-Italic"/>
              </a:rPr>
              <a:t>parallelism </a:t>
            </a:r>
            <a:r>
              <a:rPr lang="en-US" sz="2000" b="0" i="0" u="none" strike="noStrike" baseline="0" dirty="0">
                <a:latin typeface="TimesTen-Roman"/>
              </a:rPr>
              <a:t> refer to the use of concurrency to make a system run faster. Parallelism can be exploited at multiple levels of abstraction in a computer system.</a:t>
            </a:r>
          </a:p>
          <a:p>
            <a:pPr>
              <a:lnSpc>
                <a:spcPct val="150000"/>
              </a:lnSpc>
              <a:buFont typeface="Wingdings" panose="05000000000000000000" pitchFamily="2" charset="2"/>
              <a:buChar char="Ø"/>
            </a:pPr>
            <a:r>
              <a:rPr lang="en-US" sz="2000" b="0" i="0" u="none" strike="noStrike" baseline="0" dirty="0">
                <a:latin typeface="TimesTen-Roman"/>
              </a:rPr>
              <a:t> We highlight three levels here, working from the highest to the lowest level in the system hierarchy.</a:t>
            </a:r>
            <a:endParaRPr lang="en-US" sz="2000" dirty="0"/>
          </a:p>
        </p:txBody>
      </p:sp>
    </p:spTree>
    <p:extLst>
      <p:ext uri="{BB962C8B-B14F-4D97-AF65-F5344CB8AC3E}">
        <p14:creationId xmlns:p14="http://schemas.microsoft.com/office/powerpoint/2010/main" val="35170113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3CAB7F-1252-9687-6E61-E12E42C3B6C6}"/>
              </a:ext>
            </a:extLst>
          </p:cNvPr>
          <p:cNvSpPr>
            <a:spLocks noGrp="1"/>
          </p:cNvSpPr>
          <p:nvPr>
            <p:ph type="title"/>
          </p:nvPr>
        </p:nvSpPr>
        <p:spPr>
          <a:xfrm>
            <a:off x="686834" y="1153572"/>
            <a:ext cx="3200400" cy="4461163"/>
          </a:xfrm>
        </p:spPr>
        <p:txBody>
          <a:bodyPr>
            <a:normAutofit/>
          </a:bodyPr>
          <a:lstStyle/>
          <a:p>
            <a:r>
              <a:rPr lang="en-US" b="0" i="0" u="none" strike="noStrike" baseline="0">
                <a:solidFill>
                  <a:srgbClr val="FFFFFF"/>
                </a:solidFill>
                <a:latin typeface="StoneSans"/>
              </a:rPr>
              <a:t>Thread-Level Concurrency</a:t>
            </a:r>
            <a:endParaRPr lang="en-US">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13495A3E-D92F-43EE-8B1E-024E0815ACB2}"/>
              </a:ext>
            </a:extLst>
          </p:cNvPr>
          <p:cNvSpPr>
            <a:spLocks noGrp="1"/>
          </p:cNvSpPr>
          <p:nvPr>
            <p:ph idx="1"/>
          </p:nvPr>
        </p:nvSpPr>
        <p:spPr>
          <a:xfrm>
            <a:off x="4447308" y="591344"/>
            <a:ext cx="6906491" cy="5585619"/>
          </a:xfrm>
        </p:spPr>
        <p:txBody>
          <a:bodyPr anchor="ctr">
            <a:normAutofit/>
          </a:bodyPr>
          <a:lstStyle/>
          <a:p>
            <a:pPr>
              <a:buFont typeface="Wingdings" panose="05000000000000000000" pitchFamily="2" charset="2"/>
              <a:buChar char="Ø"/>
            </a:pPr>
            <a:r>
              <a:rPr lang="en-US" sz="2000" i="0" u="none" strike="noStrike" baseline="0" dirty="0">
                <a:latin typeface="Times New Roman" panose="02020603050405020304" pitchFamily="18" charset="0"/>
                <a:cs typeface="Times New Roman" panose="02020603050405020304" pitchFamily="18" charset="0"/>
              </a:rPr>
              <a:t>Building on the process abstraction, we are able to devise systems where multiple programs execute at the same time, leading to </a:t>
            </a:r>
            <a:r>
              <a:rPr lang="en-US" sz="2000" i="1" u="none" strike="noStrike" baseline="0" dirty="0">
                <a:latin typeface="Times New Roman" panose="02020603050405020304" pitchFamily="18" charset="0"/>
                <a:cs typeface="Times New Roman" panose="02020603050405020304" pitchFamily="18" charset="0"/>
              </a:rPr>
              <a:t>concurrency</a:t>
            </a:r>
            <a:r>
              <a:rPr lang="en-US" sz="2000" i="0" u="none" strike="noStrike" baseline="0" dirty="0">
                <a:latin typeface="Times New Roman" panose="02020603050405020304" pitchFamily="18" charset="0"/>
                <a:cs typeface="Times New Roman" panose="02020603050405020304" pitchFamily="18" charset="0"/>
              </a:rPr>
              <a:t>. With threads, we can even have multiple control flows executing within a single process.</a:t>
            </a:r>
          </a:p>
          <a:p>
            <a:pPr>
              <a:buFont typeface="Wingdings" panose="05000000000000000000" pitchFamily="2" charset="2"/>
              <a:buChar char="Ø"/>
            </a:pPr>
            <a:r>
              <a:rPr lang="en-US" sz="2000" b="0" i="0" u="none" strike="noStrike" baseline="0" dirty="0">
                <a:latin typeface="TimesTen-Roman"/>
              </a:rPr>
              <a:t>This form of concurrency allows multiple users to interact with a system at the same time, such as when many people want to get pages from a single Web server. It also allows a single user to engage in multiple tasks concurrently</a:t>
            </a:r>
          </a:p>
          <a:p>
            <a:pPr>
              <a:buFont typeface="Wingdings" panose="05000000000000000000" pitchFamily="2" charset="2"/>
              <a:buChar char="Ø"/>
            </a:pPr>
            <a:r>
              <a:rPr lang="en-US" sz="2000" b="0" i="0" u="none" strike="noStrike" baseline="0" dirty="0">
                <a:latin typeface="TimesTen-Roman"/>
              </a:rPr>
              <a:t>When we construct a system consisting of multiple processors all under the control of a single operating system kernel, we have a </a:t>
            </a:r>
            <a:r>
              <a:rPr lang="en-US" sz="2000" b="0" i="1" u="none" strike="noStrike" baseline="0" dirty="0">
                <a:latin typeface="TimesTen-Italic"/>
              </a:rPr>
              <a:t>multiprocessor system</a:t>
            </a:r>
            <a:r>
              <a:rPr lang="en-US" sz="2000" b="0" i="0" u="none" strike="noStrike" baseline="0" dirty="0">
                <a:latin typeface="TimesTen-Roman"/>
              </a:rPr>
              <a:t>.</a:t>
            </a:r>
          </a:p>
          <a:p>
            <a:pPr>
              <a:buFont typeface="Wingdings" panose="05000000000000000000" pitchFamily="2" charset="2"/>
              <a:buChar char="Ø"/>
            </a:pPr>
            <a:r>
              <a:rPr lang="en-US" sz="2000" b="0" i="0" u="none" strike="noStrike" baseline="0" dirty="0">
                <a:latin typeface="TimesTen-Roman"/>
              </a:rPr>
              <a:t>Such systems have been available for large-scale computing since the 1980s, but they have more recently become commonplace with the advent of </a:t>
            </a:r>
            <a:r>
              <a:rPr lang="en-US" sz="2000" b="0" i="1" u="none" strike="noStrike" baseline="0" dirty="0">
                <a:latin typeface="TimesTen-Italic"/>
              </a:rPr>
              <a:t>multi-core </a:t>
            </a:r>
            <a:r>
              <a:rPr lang="en-US" sz="2000" b="0" i="0" u="none" strike="noStrike" baseline="0" dirty="0">
                <a:latin typeface="TimesTen-Roman"/>
              </a:rPr>
              <a:t>processors and </a:t>
            </a:r>
            <a:r>
              <a:rPr lang="en-US" sz="2000" b="0" i="1" u="none" strike="noStrike" baseline="0" dirty="0">
                <a:latin typeface="TimesTen-Italic"/>
              </a:rPr>
              <a:t>hyperthreading</a:t>
            </a:r>
            <a:r>
              <a:rPr lang="en-US" sz="2000" b="0" i="0" u="none" strike="noStrike" baseline="0" dirty="0">
                <a:latin typeface="TimesTen-Roman"/>
              </a:rPr>
              <a:t>. </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090969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AC6B390-BC59-4F1D-A0EE-D71A92F0A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Freeform: Shape 11">
            <a:extLst>
              <a:ext uri="{FF2B5EF4-FFF2-40B4-BE49-F238E27FC236}">
                <a16:creationId xmlns:a16="http://schemas.microsoft.com/office/drawing/2014/main" id="{B6C60D79-16F1-4C4B-B7E3-7634E7069C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19137"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197EFAA3-D770-1AC4-97B9-8DE341665212}"/>
              </a:ext>
            </a:extLst>
          </p:cNvPr>
          <p:cNvPicPr>
            <a:picLocks noChangeAspect="1"/>
          </p:cNvPicPr>
          <p:nvPr/>
        </p:nvPicPr>
        <p:blipFill>
          <a:blip r:embed="rId2"/>
          <a:stretch>
            <a:fillRect/>
          </a:stretch>
        </p:blipFill>
        <p:spPr>
          <a:xfrm>
            <a:off x="6541053" y="2024929"/>
            <a:ext cx="4777381" cy="2635434"/>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14" name="Arc 13">
            <a:extLst>
              <a:ext uri="{FF2B5EF4-FFF2-40B4-BE49-F238E27FC236}">
                <a16:creationId xmlns:a16="http://schemas.microsoft.com/office/drawing/2014/main" id="{426B127E-6498-4C77-9C9D-4553A5113B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02050" y="650160"/>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E42B738-7CB3-94ED-C2A1-B5FAC56A7FF9}"/>
              </a:ext>
            </a:extLst>
          </p:cNvPr>
          <p:cNvSpPr>
            <a:spLocks noGrp="1"/>
          </p:cNvSpPr>
          <p:nvPr>
            <p:ph type="title"/>
          </p:nvPr>
        </p:nvSpPr>
        <p:spPr>
          <a:xfrm>
            <a:off x="838201" y="479493"/>
            <a:ext cx="5257800" cy="1325563"/>
          </a:xfrm>
        </p:spPr>
        <p:txBody>
          <a:bodyPr>
            <a:normAutofit/>
          </a:bodyPr>
          <a:lstStyle/>
          <a:p>
            <a:r>
              <a:rPr lang="en-US" sz="3700" b="1" i="0" u="none" strike="noStrike" baseline="0" dirty="0">
                <a:latin typeface="StoneSans-Semibold"/>
              </a:rPr>
              <a:t>Processor </a:t>
            </a:r>
            <a:r>
              <a:rPr lang="en-US" sz="3700" b="1" dirty="0">
                <a:latin typeface="StoneSans-Semibold"/>
              </a:rPr>
              <a:t>C</a:t>
            </a:r>
            <a:r>
              <a:rPr lang="en-US" sz="3700" b="1" i="0" u="none" strike="noStrike" baseline="0" dirty="0">
                <a:latin typeface="StoneSans-Semibold"/>
              </a:rPr>
              <a:t>onfigurations.</a:t>
            </a:r>
            <a:endParaRPr lang="en-US" sz="3700" dirty="0"/>
          </a:p>
        </p:txBody>
      </p:sp>
      <p:sp>
        <p:nvSpPr>
          <p:cNvPr id="3" name="Content Placeholder 2">
            <a:extLst>
              <a:ext uri="{FF2B5EF4-FFF2-40B4-BE49-F238E27FC236}">
                <a16:creationId xmlns:a16="http://schemas.microsoft.com/office/drawing/2014/main" id="{41D44983-CFAC-BF1A-31BE-FAD1532E7A63}"/>
              </a:ext>
            </a:extLst>
          </p:cNvPr>
          <p:cNvSpPr>
            <a:spLocks noGrp="1"/>
          </p:cNvSpPr>
          <p:nvPr>
            <p:ph idx="1"/>
          </p:nvPr>
        </p:nvSpPr>
        <p:spPr>
          <a:xfrm>
            <a:off x="838201" y="1984443"/>
            <a:ext cx="5257800" cy="4192520"/>
          </a:xfrm>
        </p:spPr>
        <p:txBody>
          <a:bodyPr>
            <a:normAutofit/>
          </a:bodyPr>
          <a:lstStyle/>
          <a:p>
            <a:r>
              <a:rPr lang="en-US" dirty="0"/>
              <a:t>Multi-core processors have several CPUs (referred to as “cores”) integrated onto a single integrated-circuit chip.</a:t>
            </a:r>
            <a:endParaRPr lang="en-US" b="0" i="0" u="none" strike="noStrike" baseline="0" dirty="0">
              <a:latin typeface="StoneSans"/>
            </a:endParaRPr>
          </a:p>
          <a:p>
            <a:endParaRPr lang="en-US" dirty="0"/>
          </a:p>
        </p:txBody>
      </p:sp>
    </p:spTree>
    <p:extLst>
      <p:ext uri="{BB962C8B-B14F-4D97-AF65-F5344CB8AC3E}">
        <p14:creationId xmlns:p14="http://schemas.microsoft.com/office/powerpoint/2010/main" val="13910947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7ED7575E-88D2-B771-681D-46A7E55415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576457" cy="6858000"/>
          </a:xfrm>
          <a:prstGeom prst="rect">
            <a:avLst/>
          </a:prstGeom>
          <a:solidFill>
            <a:schemeClr val="bg1">
              <a:lumMod val="95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3856D773-9F5C-5138-42C6-C5DDBF5B013F}"/>
              </a:ext>
            </a:extLst>
          </p:cNvPr>
          <p:cNvPicPr>
            <a:picLocks noGrp="1" noChangeAspect="1"/>
          </p:cNvPicPr>
          <p:nvPr>
            <p:ph idx="1"/>
          </p:nvPr>
        </p:nvPicPr>
        <p:blipFill>
          <a:blip r:embed="rId2"/>
          <a:stretch>
            <a:fillRect/>
          </a:stretch>
        </p:blipFill>
        <p:spPr>
          <a:xfrm>
            <a:off x="707999" y="702366"/>
            <a:ext cx="6144366" cy="5459890"/>
          </a:xfrm>
          <a:prstGeom prst="rect">
            <a:avLst/>
          </a:prstGeom>
        </p:spPr>
      </p:pic>
      <p:cxnSp>
        <p:nvCxnSpPr>
          <p:cNvPr id="19" name="Straight Connector 18">
            <a:extLst>
              <a:ext uri="{FF2B5EF4-FFF2-40B4-BE49-F238E27FC236}">
                <a16:creationId xmlns:a16="http://schemas.microsoft.com/office/drawing/2014/main" id="{249EDD1B-F94D-B4E6-ACAA-566B9A26FD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9939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7907F2F9-8EF2-D773-0415-50F40E71857F}"/>
              </a:ext>
            </a:extLst>
          </p:cNvPr>
          <p:cNvSpPr txBox="1"/>
          <p:nvPr/>
        </p:nvSpPr>
        <p:spPr>
          <a:xfrm>
            <a:off x="7801708" y="1120455"/>
            <a:ext cx="4390292" cy="4617090"/>
          </a:xfrm>
          <a:prstGeom prst="rect">
            <a:avLst/>
          </a:prstGeom>
        </p:spPr>
        <p:txBody>
          <a:bodyPr vert="horz" lIns="91440" tIns="45720" rIns="91440" bIns="45720" rtlCol="0">
            <a:normAutofit/>
          </a:bodyPr>
          <a:lstStyle/>
          <a:p>
            <a:pPr defTabSz="914400">
              <a:lnSpc>
                <a:spcPct val="90000"/>
              </a:lnSpc>
              <a:spcAft>
                <a:spcPts val="600"/>
              </a:spcAft>
            </a:pPr>
            <a:r>
              <a:rPr lang="en-US" sz="2800" b="1" i="0" u="none" strike="noStrike" baseline="0" dirty="0"/>
              <a:t>Multi-core processor</a:t>
            </a:r>
          </a:p>
          <a:p>
            <a:pPr defTabSz="914400">
              <a:lnSpc>
                <a:spcPct val="90000"/>
              </a:lnSpc>
              <a:spcAft>
                <a:spcPts val="600"/>
              </a:spcAft>
            </a:pPr>
            <a:r>
              <a:rPr lang="en-US" sz="2800" b="1" i="0" u="none" strike="noStrike" baseline="0" dirty="0"/>
              <a:t>organization.</a:t>
            </a:r>
          </a:p>
          <a:p>
            <a:pPr marL="342900" indent="-342900" defTabSz="914400">
              <a:lnSpc>
                <a:spcPct val="90000"/>
              </a:lnSpc>
              <a:spcAft>
                <a:spcPts val="600"/>
              </a:spcAft>
              <a:buFont typeface="Wingdings" panose="05000000000000000000" pitchFamily="2" charset="2"/>
              <a:buChar char="Ø"/>
            </a:pPr>
            <a:r>
              <a:rPr lang="en-US" sz="2800" dirty="0"/>
              <a:t>Two</a:t>
            </a:r>
            <a:r>
              <a:rPr lang="en-US" sz="2800" b="1" i="0" u="none" strike="noStrike" baseline="0" dirty="0"/>
              <a:t> </a:t>
            </a:r>
            <a:r>
              <a:rPr lang="en-US" sz="2800" dirty="0"/>
              <a:t>processor</a:t>
            </a:r>
            <a:r>
              <a:rPr lang="en-US" sz="2800" b="0" i="0" u="none" strike="noStrike" baseline="0" dirty="0"/>
              <a:t> cores are integrated onto a single chip.</a:t>
            </a:r>
            <a:endParaRPr lang="en-US" sz="2800" dirty="0"/>
          </a:p>
          <a:p>
            <a:pPr marL="342900" indent="-342900" defTabSz="914400">
              <a:lnSpc>
                <a:spcPct val="90000"/>
              </a:lnSpc>
              <a:spcAft>
                <a:spcPts val="600"/>
              </a:spcAft>
              <a:buFont typeface="Wingdings" panose="05000000000000000000" pitchFamily="2" charset="2"/>
              <a:buChar char="Ø"/>
            </a:pPr>
            <a:r>
              <a:rPr lang="en-US" sz="2800" dirty="0"/>
              <a:t>M</a:t>
            </a:r>
            <a:r>
              <a:rPr lang="en-US" sz="2800" b="0" i="0" u="none" strike="noStrike" baseline="0" dirty="0"/>
              <a:t>any can be installed in such fashion.</a:t>
            </a:r>
          </a:p>
          <a:p>
            <a:pPr marL="342900" indent="-342900" defTabSz="914400">
              <a:lnSpc>
                <a:spcPct val="90000"/>
              </a:lnSpc>
              <a:spcAft>
                <a:spcPts val="600"/>
              </a:spcAft>
              <a:buFont typeface="Wingdings" panose="05000000000000000000" pitchFamily="2" charset="2"/>
              <a:buChar char="Ø"/>
            </a:pPr>
            <a:r>
              <a:rPr lang="en-US" sz="2800" dirty="0"/>
              <a:t>L1 Split one part hold instruction and 2</a:t>
            </a:r>
            <a:r>
              <a:rPr lang="en-US" sz="2800" baseline="30000" dirty="0"/>
              <a:t>nd</a:t>
            </a:r>
            <a:r>
              <a:rPr lang="en-US" sz="2800" dirty="0"/>
              <a:t> part hold data</a:t>
            </a:r>
          </a:p>
        </p:txBody>
      </p:sp>
    </p:spTree>
    <p:extLst>
      <p:ext uri="{BB962C8B-B14F-4D97-AF65-F5344CB8AC3E}">
        <p14:creationId xmlns:p14="http://schemas.microsoft.com/office/powerpoint/2010/main" val="42691324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58B165-D129-BBBB-59C4-50F05E4F7246}"/>
              </a:ext>
            </a:extLst>
          </p:cNvPr>
          <p:cNvSpPr>
            <a:spLocks noGrp="1"/>
          </p:cNvSpPr>
          <p:nvPr>
            <p:ph type="title"/>
          </p:nvPr>
        </p:nvSpPr>
        <p:spPr>
          <a:xfrm>
            <a:off x="466722" y="586855"/>
            <a:ext cx="3201366" cy="3387497"/>
          </a:xfrm>
        </p:spPr>
        <p:txBody>
          <a:bodyPr anchor="b">
            <a:normAutofit/>
          </a:bodyPr>
          <a:lstStyle/>
          <a:p>
            <a:pPr algn="r"/>
            <a:r>
              <a:rPr lang="en-US" sz="3700" b="0" i="0" u="none" strike="noStrike" baseline="0">
                <a:solidFill>
                  <a:srgbClr val="FFFFFF"/>
                </a:solidFill>
                <a:latin typeface="TimesTen-Roman"/>
              </a:rPr>
              <a:t>Hyperthreading</a:t>
            </a:r>
            <a:endParaRPr lang="en-US" sz="3700">
              <a:solidFill>
                <a:srgbClr val="FFFFFF"/>
              </a:solidFill>
            </a:endParaRPr>
          </a:p>
        </p:txBody>
      </p:sp>
      <p:sp>
        <p:nvSpPr>
          <p:cNvPr id="3" name="Content Placeholder 2">
            <a:extLst>
              <a:ext uri="{FF2B5EF4-FFF2-40B4-BE49-F238E27FC236}">
                <a16:creationId xmlns:a16="http://schemas.microsoft.com/office/drawing/2014/main" id="{8ABF8436-7E07-C06A-F7E7-C1E1A75A4BDB}"/>
              </a:ext>
            </a:extLst>
          </p:cNvPr>
          <p:cNvSpPr>
            <a:spLocks noGrp="1"/>
          </p:cNvSpPr>
          <p:nvPr>
            <p:ph idx="1"/>
          </p:nvPr>
        </p:nvSpPr>
        <p:spPr>
          <a:xfrm>
            <a:off x="4810259" y="649480"/>
            <a:ext cx="6555347" cy="5546047"/>
          </a:xfrm>
        </p:spPr>
        <p:txBody>
          <a:bodyPr anchor="ctr">
            <a:normAutofit/>
          </a:bodyPr>
          <a:lstStyle/>
          <a:p>
            <a:pPr>
              <a:buFont typeface="Wingdings" panose="05000000000000000000" pitchFamily="2" charset="2"/>
              <a:buChar char="Ø"/>
            </a:pPr>
            <a:r>
              <a:rPr lang="en-US" sz="2000" b="0" i="0" u="none" strike="noStrike" baseline="0" dirty="0">
                <a:latin typeface="TimesTen-Roman"/>
              </a:rPr>
              <a:t>Sometimes called </a:t>
            </a:r>
            <a:r>
              <a:rPr lang="en-US" sz="2000" b="0" i="1" u="none" strike="noStrike" baseline="0" dirty="0">
                <a:latin typeface="TimesTen-Italic"/>
              </a:rPr>
              <a:t>simultaneous multi-threading</a:t>
            </a:r>
            <a:r>
              <a:rPr lang="en-US" sz="2000" b="0" i="0" u="none" strike="noStrike" baseline="0" dirty="0">
                <a:latin typeface="TimesTen-Roman"/>
              </a:rPr>
              <a:t>, is a technique that allows a single CPU to execute multiple flows of control. </a:t>
            </a:r>
          </a:p>
          <a:p>
            <a:pPr>
              <a:buFont typeface="Wingdings" panose="05000000000000000000" pitchFamily="2" charset="2"/>
              <a:buChar char="Ø"/>
            </a:pPr>
            <a:r>
              <a:rPr lang="en-US" sz="2000" b="0" i="0" u="none" strike="noStrike" baseline="0" dirty="0">
                <a:latin typeface="TimesTen-Roman"/>
              </a:rPr>
              <a:t>It involves having multiple copies of some of the CPU hardware, such as program counters and register files, while having only single copies of other parts of the hardware, such as the units that perform floating-point arithmetic. </a:t>
            </a:r>
          </a:p>
          <a:p>
            <a:pPr>
              <a:buFont typeface="Wingdings" panose="05000000000000000000" pitchFamily="2" charset="2"/>
              <a:buChar char="Ø"/>
            </a:pPr>
            <a:r>
              <a:rPr lang="en-US" sz="2000" b="0" i="0" u="none" strike="noStrike" baseline="0" dirty="0">
                <a:latin typeface="TimesTen-Roman"/>
              </a:rPr>
              <a:t>Whereas a conventional processor requires around 20,000 clock cycles to shift between different threads, a hyperthreaded processor decides which of its threads to execute on a cycle-by cycle</a:t>
            </a:r>
            <a:r>
              <a:rPr lang="en-US" sz="2000" dirty="0">
                <a:latin typeface="TimesTen-Roman"/>
              </a:rPr>
              <a:t> </a:t>
            </a:r>
            <a:r>
              <a:rPr lang="en-US" sz="2000" b="0" i="0" u="none" strike="noStrike" baseline="0" dirty="0">
                <a:latin typeface="TimesTen-Roman"/>
              </a:rPr>
              <a:t>basis.</a:t>
            </a:r>
          </a:p>
          <a:p>
            <a:pPr>
              <a:buFont typeface="Wingdings" panose="05000000000000000000" pitchFamily="2" charset="2"/>
              <a:buChar char="Ø"/>
            </a:pPr>
            <a:r>
              <a:rPr lang="en-US" sz="2000" b="0" i="0" u="none" strike="noStrike" baseline="0" dirty="0">
                <a:latin typeface="TimesTen-Roman"/>
              </a:rPr>
              <a:t>It enables the CPU to take better advantage of its processing resources.</a:t>
            </a:r>
          </a:p>
          <a:p>
            <a:pPr>
              <a:buFont typeface="Wingdings" panose="05000000000000000000" pitchFamily="2" charset="2"/>
              <a:buChar char="Ø"/>
            </a:pPr>
            <a:r>
              <a:rPr lang="en-US" sz="2000" b="0" i="0" u="none" strike="noStrike" baseline="0" dirty="0">
                <a:latin typeface="TimesTen-Roman"/>
              </a:rPr>
              <a:t>As an example, the Intel Core i7 processor can have each core executing two threads, and so a four-core system can actually execute eight threads in parallel.</a:t>
            </a:r>
            <a:endParaRPr lang="en-US" sz="2000" dirty="0"/>
          </a:p>
        </p:txBody>
      </p:sp>
    </p:spTree>
    <p:extLst>
      <p:ext uri="{BB962C8B-B14F-4D97-AF65-F5344CB8AC3E}">
        <p14:creationId xmlns:p14="http://schemas.microsoft.com/office/powerpoint/2010/main" val="5239248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1FE757-33A0-0771-BF79-1C5E80E81B7E}"/>
              </a:ext>
            </a:extLst>
          </p:cNvPr>
          <p:cNvSpPr>
            <a:spLocks noGrp="1"/>
          </p:cNvSpPr>
          <p:nvPr>
            <p:ph type="title"/>
          </p:nvPr>
        </p:nvSpPr>
        <p:spPr>
          <a:xfrm>
            <a:off x="466722" y="586855"/>
            <a:ext cx="3201366" cy="3387497"/>
          </a:xfrm>
        </p:spPr>
        <p:txBody>
          <a:bodyPr anchor="b">
            <a:normAutofit/>
          </a:bodyPr>
          <a:lstStyle/>
          <a:p>
            <a:pPr algn="r"/>
            <a:r>
              <a:rPr lang="en-US" sz="3700">
                <a:solidFill>
                  <a:srgbClr val="FFFFFF"/>
                </a:solidFill>
              </a:rPr>
              <a:t>Performance improved by Multiprocessing</a:t>
            </a:r>
          </a:p>
        </p:txBody>
      </p:sp>
      <p:sp>
        <p:nvSpPr>
          <p:cNvPr id="3" name="Content Placeholder 2">
            <a:extLst>
              <a:ext uri="{FF2B5EF4-FFF2-40B4-BE49-F238E27FC236}">
                <a16:creationId xmlns:a16="http://schemas.microsoft.com/office/drawing/2014/main" id="{A00DA1CE-59C2-E58D-0907-A23FE3EB77B8}"/>
              </a:ext>
            </a:extLst>
          </p:cNvPr>
          <p:cNvSpPr>
            <a:spLocks noGrp="1"/>
          </p:cNvSpPr>
          <p:nvPr>
            <p:ph idx="1"/>
          </p:nvPr>
        </p:nvSpPr>
        <p:spPr>
          <a:xfrm>
            <a:off x="4810259" y="649480"/>
            <a:ext cx="6555347" cy="5546047"/>
          </a:xfrm>
        </p:spPr>
        <p:txBody>
          <a:bodyPr anchor="ctr">
            <a:normAutofit/>
          </a:bodyPr>
          <a:lstStyle/>
          <a:p>
            <a:pPr marL="0" indent="0">
              <a:buNone/>
            </a:pPr>
            <a:r>
              <a:rPr lang="en-US" sz="2000" dirty="0"/>
              <a:t>It Can be achieved in two ways</a:t>
            </a:r>
          </a:p>
          <a:p>
            <a:pPr marL="0" indent="0">
              <a:buNone/>
            </a:pPr>
            <a:endParaRPr lang="en-US" sz="2000" dirty="0"/>
          </a:p>
          <a:p>
            <a:pPr>
              <a:buFont typeface="Wingdings" panose="05000000000000000000" pitchFamily="2" charset="2"/>
              <a:buChar char="Ø"/>
            </a:pPr>
            <a:r>
              <a:rPr lang="en-US" sz="2000" b="0" i="0" u="none" strike="noStrike" baseline="0" dirty="0">
                <a:latin typeface="TimesTen-Roman"/>
              </a:rPr>
              <a:t>First, it reduces the need to simulate concurrency when performing multiple tasks. As mentioned, even a personal computer being used by a single person is expected to perform many activities concurrently. </a:t>
            </a:r>
          </a:p>
          <a:p>
            <a:pPr>
              <a:buFont typeface="Wingdings" panose="05000000000000000000" pitchFamily="2" charset="2"/>
              <a:buChar char="Ø"/>
            </a:pPr>
            <a:endParaRPr lang="en-US" sz="2000" b="0" i="0" u="none" strike="noStrike" baseline="0" dirty="0">
              <a:latin typeface="TimesTen-Roman"/>
            </a:endParaRPr>
          </a:p>
          <a:p>
            <a:pPr>
              <a:buFont typeface="Wingdings" panose="05000000000000000000" pitchFamily="2" charset="2"/>
              <a:buChar char="Ø"/>
            </a:pPr>
            <a:r>
              <a:rPr lang="en-US" sz="2000" b="0" i="0" u="none" strike="noStrike" baseline="0" dirty="0">
                <a:latin typeface="TimesTen-Roman"/>
              </a:rPr>
              <a:t>Second, it can run a single application program faster, but only if that program is expressed in terms of multiple threads that can effectively execute in parallel</a:t>
            </a:r>
          </a:p>
          <a:p>
            <a:pPr>
              <a:buFont typeface="Wingdings" panose="05000000000000000000" pitchFamily="2" charset="2"/>
              <a:buChar char="Ø"/>
            </a:pPr>
            <a:endParaRPr lang="en-US" sz="2000" b="0" i="0" u="none" strike="noStrike" baseline="0" dirty="0">
              <a:latin typeface="TimesTen-Roman"/>
            </a:endParaRPr>
          </a:p>
          <a:p>
            <a:pPr>
              <a:buFont typeface="Wingdings" panose="05000000000000000000" pitchFamily="2" charset="2"/>
              <a:buChar char="Ø"/>
            </a:pPr>
            <a:r>
              <a:rPr lang="en-US" sz="2000" dirty="0">
                <a:latin typeface="TimesTen-Roman"/>
              </a:rPr>
              <a:t>T</a:t>
            </a:r>
            <a:r>
              <a:rPr lang="en-US" sz="2000" b="0" i="0" u="none" strike="noStrike" baseline="0" dirty="0">
                <a:latin typeface="TimesTen-Roman"/>
              </a:rPr>
              <a:t>he advent of multi-core and hyperthreaded systems has greatly increased the desire to find ways to write application programs that can exploit the thread-level parallelism available with</a:t>
            </a:r>
            <a:r>
              <a:rPr lang="en-US" sz="2000" dirty="0">
                <a:latin typeface="TimesTen-Roman"/>
              </a:rPr>
              <a:t> </a:t>
            </a:r>
            <a:r>
              <a:rPr lang="en-US" sz="2000" b="0" i="0" u="none" strike="noStrike" baseline="0" dirty="0">
                <a:latin typeface="TimesTen-Roman"/>
              </a:rPr>
              <a:t>the hardware.</a:t>
            </a:r>
            <a:endParaRPr lang="en-US" sz="2000" dirty="0"/>
          </a:p>
        </p:txBody>
      </p:sp>
    </p:spTree>
    <p:extLst>
      <p:ext uri="{BB962C8B-B14F-4D97-AF65-F5344CB8AC3E}">
        <p14:creationId xmlns:p14="http://schemas.microsoft.com/office/powerpoint/2010/main" val="42530335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F7669A2-8B52-EF78-0E14-CDD632BBACC0}"/>
              </a:ext>
            </a:extLst>
          </p:cNvPr>
          <p:cNvSpPr>
            <a:spLocks noGrp="1"/>
          </p:cNvSpPr>
          <p:nvPr>
            <p:ph type="title"/>
          </p:nvPr>
        </p:nvSpPr>
        <p:spPr>
          <a:xfrm>
            <a:off x="1383564" y="348865"/>
            <a:ext cx="9718111" cy="1576446"/>
          </a:xfrm>
        </p:spPr>
        <p:txBody>
          <a:bodyPr anchor="ctr">
            <a:normAutofit/>
          </a:bodyPr>
          <a:lstStyle/>
          <a:p>
            <a:r>
              <a:rPr lang="en-US" sz="4000" b="0" i="0" u="none" strike="noStrike" baseline="0">
                <a:solidFill>
                  <a:srgbClr val="FFFFFF"/>
                </a:solidFill>
                <a:latin typeface="StoneSans"/>
              </a:rPr>
              <a:t>Instruction-Level Parallelism</a:t>
            </a:r>
            <a:endParaRPr lang="en-US" sz="4000">
              <a:solidFill>
                <a:srgbClr val="FFFFFF"/>
              </a:solidFill>
            </a:endParaRPr>
          </a:p>
        </p:txBody>
      </p:sp>
      <p:graphicFrame>
        <p:nvGraphicFramePr>
          <p:cNvPr id="22" name="Content Placeholder 2">
            <a:extLst>
              <a:ext uri="{FF2B5EF4-FFF2-40B4-BE49-F238E27FC236}">
                <a16:creationId xmlns:a16="http://schemas.microsoft.com/office/drawing/2014/main" id="{3EDAE222-30FB-70C2-874E-37E994D216B5}"/>
              </a:ext>
            </a:extLst>
          </p:cNvPr>
          <p:cNvGraphicFramePr>
            <a:graphicFrameLocks noGrp="1"/>
          </p:cNvGraphicFramePr>
          <p:nvPr>
            <p:ph idx="1"/>
            <p:extLst>
              <p:ext uri="{D42A27DB-BD31-4B8C-83A1-F6EECF244321}">
                <p14:modId xmlns:p14="http://schemas.microsoft.com/office/powerpoint/2010/main" val="12268965"/>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302497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D09B9F7-4ADD-C97C-D676-8CA40AE338C7}"/>
              </a:ext>
            </a:extLst>
          </p:cNvPr>
          <p:cNvSpPr>
            <a:spLocks noGrp="1"/>
          </p:cNvSpPr>
          <p:nvPr>
            <p:ph type="title"/>
          </p:nvPr>
        </p:nvSpPr>
        <p:spPr>
          <a:xfrm>
            <a:off x="1383564" y="348865"/>
            <a:ext cx="9718111" cy="1576446"/>
          </a:xfrm>
        </p:spPr>
        <p:txBody>
          <a:bodyPr anchor="ctr">
            <a:normAutofit/>
          </a:bodyPr>
          <a:lstStyle/>
          <a:p>
            <a:r>
              <a:rPr lang="en-US" sz="4000" b="0" i="0" u="none" strike="noStrike" baseline="0">
                <a:solidFill>
                  <a:srgbClr val="FFFFFF"/>
                </a:solidFill>
                <a:latin typeface="StoneSans"/>
              </a:rPr>
              <a:t>Single-Instruction, Multiple-Data (SIMD) Parallelism</a:t>
            </a:r>
            <a:endParaRPr lang="en-US" sz="4000">
              <a:solidFill>
                <a:srgbClr val="FFFFFF"/>
              </a:solidFill>
            </a:endParaRPr>
          </a:p>
        </p:txBody>
      </p:sp>
      <p:graphicFrame>
        <p:nvGraphicFramePr>
          <p:cNvPr id="5" name="Content Placeholder 2">
            <a:extLst>
              <a:ext uri="{FF2B5EF4-FFF2-40B4-BE49-F238E27FC236}">
                <a16:creationId xmlns:a16="http://schemas.microsoft.com/office/drawing/2014/main" id="{28ED4998-9D6C-83BE-1AF4-82EE047DFA42}"/>
              </a:ext>
            </a:extLst>
          </p:cNvPr>
          <p:cNvGraphicFramePr>
            <a:graphicFrameLocks noGrp="1"/>
          </p:cNvGraphicFramePr>
          <p:nvPr>
            <p:ph idx="1"/>
            <p:extLst>
              <p:ext uri="{D42A27DB-BD31-4B8C-83A1-F6EECF244321}">
                <p14:modId xmlns:p14="http://schemas.microsoft.com/office/powerpoint/2010/main" val="1774469810"/>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5315253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552</TotalTime>
  <Words>1334</Words>
  <Application>Microsoft Office PowerPoint</Application>
  <PresentationFormat>Widescreen</PresentationFormat>
  <Paragraphs>86</Paragraphs>
  <Slides>20</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20</vt:i4>
      </vt:variant>
    </vt:vector>
  </HeadingPairs>
  <TitlesOfParts>
    <vt:vector size="33" baseType="lpstr">
      <vt:lpstr>Arial</vt:lpstr>
      <vt:lpstr>Calibri</vt:lpstr>
      <vt:lpstr>Calibri Light</vt:lpstr>
      <vt:lpstr>MTMIZ</vt:lpstr>
      <vt:lpstr>MTSYN</vt:lpstr>
      <vt:lpstr>Open Sans</vt:lpstr>
      <vt:lpstr>StoneSans</vt:lpstr>
      <vt:lpstr>StoneSans-Semibold</vt:lpstr>
      <vt:lpstr>Times New Roman</vt:lpstr>
      <vt:lpstr>TimesTen-Italic</vt:lpstr>
      <vt:lpstr>TimesTen-Roman</vt:lpstr>
      <vt:lpstr>Wingdings</vt:lpstr>
      <vt:lpstr>Office Theme</vt:lpstr>
      <vt:lpstr>Computer Organization and Assembly Language  </vt:lpstr>
      <vt:lpstr>Systems Communicate with Other Systems Using Networks</vt:lpstr>
      <vt:lpstr>Data Sending process to Network</vt:lpstr>
      <vt:lpstr>Communication between Remote Systems</vt:lpstr>
      <vt:lpstr>What is computer?</vt:lpstr>
      <vt:lpstr>Amdahl’s Law</vt:lpstr>
      <vt:lpstr>Example</vt:lpstr>
      <vt:lpstr>Solution</vt:lpstr>
      <vt:lpstr>Your Turn</vt:lpstr>
      <vt:lpstr>Solution</vt:lpstr>
      <vt:lpstr>Your Turn 2</vt:lpstr>
      <vt:lpstr>Solution</vt:lpstr>
      <vt:lpstr>Concurrency and Parallelism</vt:lpstr>
      <vt:lpstr>Thread-Level Concurrency</vt:lpstr>
      <vt:lpstr>Processor Configurations.</vt:lpstr>
      <vt:lpstr>PowerPoint Presentation</vt:lpstr>
      <vt:lpstr>Hyperthreading</vt:lpstr>
      <vt:lpstr>Performance improved by Multiprocessing</vt:lpstr>
      <vt:lpstr>Instruction-Level Parallelism</vt:lpstr>
      <vt:lpstr>Single-Instruction, Multiple-Data (SIMD) Parallelism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Organization and Assembly Language</dc:title>
  <dc:creator>Abdul Qaddous</dc:creator>
  <cp:lastModifiedBy>Abdul Qaddous</cp:lastModifiedBy>
  <cp:revision>10</cp:revision>
  <dcterms:created xsi:type="dcterms:W3CDTF">2023-11-14T16:14:31Z</dcterms:created>
  <dcterms:modified xsi:type="dcterms:W3CDTF">2025-07-01T04:22:18Z</dcterms:modified>
</cp:coreProperties>
</file>