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18872"/>
            <a:ext cx="5527421" cy="6248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84911"/>
            <a:ext cx="5638829" cy="61214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184911"/>
            <a:ext cx="5509278" cy="61214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6095"/>
            <a:ext cx="5638800" cy="647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3411" y="2505836"/>
            <a:ext cx="3337560" cy="1732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2204" y="1625346"/>
            <a:ext cx="5113020" cy="2165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293" y="3391151"/>
            <a:ext cx="4295140" cy="111056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ts val="3875"/>
              </a:lnSpc>
              <a:spcBef>
                <a:spcPts val="225"/>
              </a:spcBef>
            </a:pPr>
            <a:r>
              <a:rPr sz="3400" spc="-10" smtClean="0">
                <a:latin typeface="Calibri Light"/>
                <a:cs typeface="Calibri Light"/>
              </a:rPr>
              <a:t>Database</a:t>
            </a:r>
            <a:r>
              <a:rPr sz="3400" spc="-130" smtClean="0">
                <a:latin typeface="Calibri Light"/>
                <a:cs typeface="Calibri Light"/>
              </a:rPr>
              <a:t> </a:t>
            </a:r>
            <a:r>
              <a:rPr sz="3400" spc="-10" dirty="0">
                <a:latin typeface="Calibri Light"/>
                <a:cs typeface="Calibri Light"/>
              </a:rPr>
              <a:t>Systems</a:t>
            </a:r>
            <a:endParaRPr sz="3400" dirty="0">
              <a:latin typeface="Calibri Light"/>
              <a:cs typeface="Calibri Light"/>
            </a:endParaRPr>
          </a:p>
          <a:p>
            <a:pPr marL="12700">
              <a:lnSpc>
                <a:spcPts val="3875"/>
              </a:lnSpc>
            </a:pPr>
            <a:r>
              <a:rPr sz="3400" dirty="0">
                <a:latin typeface="Calibri Light"/>
                <a:cs typeface="Calibri Light"/>
              </a:rPr>
              <a:t>[</a:t>
            </a:r>
            <a:r>
              <a:rPr sz="3400" i="1" dirty="0">
                <a:latin typeface="Calibri Light"/>
                <a:cs typeface="Calibri Light"/>
              </a:rPr>
              <a:t>DB</a:t>
            </a:r>
            <a:r>
              <a:rPr sz="3400" i="1" spc="-95" dirty="0">
                <a:latin typeface="Calibri Light"/>
                <a:cs typeface="Calibri Light"/>
              </a:rPr>
              <a:t> </a:t>
            </a:r>
            <a:r>
              <a:rPr sz="3400" i="1" dirty="0">
                <a:latin typeface="Calibri Light"/>
                <a:cs typeface="Calibri Light"/>
              </a:rPr>
              <a:t>Languages</a:t>
            </a:r>
            <a:r>
              <a:rPr sz="3400" i="1" spc="-60" dirty="0">
                <a:latin typeface="Calibri Light"/>
                <a:cs typeface="Calibri Light"/>
              </a:rPr>
              <a:t> </a:t>
            </a:r>
            <a:r>
              <a:rPr sz="3400" i="1" dirty="0">
                <a:latin typeface="Calibri Light"/>
                <a:cs typeface="Calibri Light"/>
              </a:rPr>
              <a:t>in</a:t>
            </a:r>
            <a:r>
              <a:rPr sz="3400" i="1" spc="-95" dirty="0">
                <a:latin typeface="Calibri Light"/>
                <a:cs typeface="Calibri Light"/>
              </a:rPr>
              <a:t> </a:t>
            </a:r>
            <a:r>
              <a:rPr sz="3400" i="1" spc="-10" dirty="0">
                <a:latin typeface="Calibri Light"/>
                <a:cs typeface="Calibri Light"/>
              </a:rPr>
              <a:t>DBMS</a:t>
            </a:r>
            <a:r>
              <a:rPr sz="3400" spc="-10" dirty="0">
                <a:latin typeface="Calibri Light"/>
                <a:cs typeface="Calibri Light"/>
              </a:rPr>
              <a:t>]</a:t>
            </a:r>
            <a:endParaRPr sz="3400" dirty="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6235065" cy="6858000"/>
            <a:chOff x="0" y="0"/>
            <a:chExt cx="6235065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520" y="2247017"/>
              <a:ext cx="2439079" cy="32912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234684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spc="-10" dirty="0"/>
              <a:t>Database </a:t>
            </a:r>
            <a:r>
              <a:rPr dirty="0"/>
              <a:t>Languages</a:t>
            </a:r>
            <a:r>
              <a:rPr spc="-190" dirty="0"/>
              <a:t> </a:t>
            </a:r>
            <a:r>
              <a:rPr spc="-25" dirty="0"/>
              <a:t>in </a:t>
            </a:r>
            <a:r>
              <a:rPr spc="-20" dirty="0"/>
              <a:t>DBMS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A</a:t>
            </a:r>
            <a:r>
              <a:rPr spc="-45" dirty="0"/>
              <a:t> </a:t>
            </a:r>
            <a:r>
              <a:rPr dirty="0"/>
              <a:t>DBMS</a:t>
            </a:r>
            <a:r>
              <a:rPr spc="-45" dirty="0"/>
              <a:t> </a:t>
            </a:r>
            <a:r>
              <a:rPr dirty="0"/>
              <a:t>has</a:t>
            </a:r>
            <a:r>
              <a:rPr spc="-30" dirty="0"/>
              <a:t> </a:t>
            </a:r>
            <a:r>
              <a:rPr spc="-10" dirty="0"/>
              <a:t>appropriate</a:t>
            </a:r>
            <a:r>
              <a:rPr spc="-40" dirty="0"/>
              <a:t> </a:t>
            </a:r>
            <a:r>
              <a:rPr dirty="0"/>
              <a:t>languages</a:t>
            </a:r>
            <a:r>
              <a:rPr spc="-35" dirty="0"/>
              <a:t> </a:t>
            </a:r>
            <a:r>
              <a:rPr spc="-25" dirty="0"/>
              <a:t>and 	</a:t>
            </a:r>
            <a:r>
              <a:rPr spc="-10" dirty="0"/>
              <a:t>interfaces</a:t>
            </a:r>
            <a:r>
              <a:rPr spc="-80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spc="-10" dirty="0"/>
              <a:t>express</a:t>
            </a:r>
            <a:r>
              <a:rPr spc="-60" dirty="0"/>
              <a:t> </a:t>
            </a:r>
            <a:r>
              <a:rPr spc="-10" dirty="0"/>
              <a:t>database</a:t>
            </a:r>
            <a:r>
              <a:rPr spc="-65" dirty="0"/>
              <a:t> </a:t>
            </a:r>
            <a:r>
              <a:rPr spc="-10" dirty="0"/>
              <a:t>queries 	</a:t>
            </a:r>
            <a:r>
              <a:rPr dirty="0"/>
              <a:t>and</a:t>
            </a:r>
            <a:r>
              <a:rPr spc="-15" dirty="0"/>
              <a:t> </a:t>
            </a:r>
            <a:r>
              <a:rPr spc="-10" dirty="0"/>
              <a:t>updates.</a:t>
            </a:r>
          </a:p>
          <a:p>
            <a:pPr marL="240029" marR="170815" indent="-227329">
              <a:lnSpc>
                <a:spcPts val="259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Database</a:t>
            </a:r>
            <a:r>
              <a:rPr spc="-70" dirty="0"/>
              <a:t> </a:t>
            </a:r>
            <a:r>
              <a:rPr dirty="0"/>
              <a:t>languages</a:t>
            </a:r>
            <a:r>
              <a:rPr spc="-65" dirty="0"/>
              <a:t> </a:t>
            </a:r>
            <a:r>
              <a:rPr dirty="0"/>
              <a:t>can</a:t>
            </a:r>
            <a:r>
              <a:rPr spc="-75" dirty="0"/>
              <a:t> </a:t>
            </a:r>
            <a:r>
              <a:rPr dirty="0"/>
              <a:t>be</a:t>
            </a:r>
            <a:r>
              <a:rPr spc="-55" dirty="0"/>
              <a:t> </a:t>
            </a:r>
            <a:r>
              <a:rPr dirty="0"/>
              <a:t>used</a:t>
            </a:r>
            <a:r>
              <a:rPr spc="-65" dirty="0"/>
              <a:t> </a:t>
            </a:r>
            <a:r>
              <a:rPr spc="-25" dirty="0"/>
              <a:t>to 	</a:t>
            </a:r>
            <a:r>
              <a:rPr dirty="0"/>
              <a:t>read,</a:t>
            </a:r>
            <a:r>
              <a:rPr spc="-75" dirty="0"/>
              <a:t> </a:t>
            </a:r>
            <a:r>
              <a:rPr dirty="0"/>
              <a:t>store</a:t>
            </a:r>
            <a:r>
              <a:rPr spc="-7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dirty="0"/>
              <a:t>update</a:t>
            </a:r>
            <a:r>
              <a:rPr spc="-75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data</a:t>
            </a:r>
            <a:r>
              <a:rPr spc="-85" dirty="0"/>
              <a:t> </a:t>
            </a:r>
            <a:r>
              <a:rPr dirty="0"/>
              <a:t>in</a:t>
            </a:r>
            <a:r>
              <a:rPr spc="-75" dirty="0"/>
              <a:t> </a:t>
            </a:r>
            <a:r>
              <a:rPr spc="-25" dirty="0"/>
              <a:t>the 	</a:t>
            </a:r>
            <a:r>
              <a:rPr spc="-10" dirty="0"/>
              <a:t>database.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835397" y="3916426"/>
            <a:ext cx="6248400" cy="1588135"/>
            <a:chOff x="4835397" y="3916426"/>
            <a:chExt cx="6248400" cy="1588135"/>
          </a:xfrm>
        </p:grpSpPr>
        <p:sp>
          <p:nvSpPr>
            <p:cNvPr id="5" name="object 5"/>
            <p:cNvSpPr/>
            <p:nvPr/>
          </p:nvSpPr>
          <p:spPr>
            <a:xfrm>
              <a:off x="4841747" y="5003292"/>
              <a:ext cx="6235700" cy="494665"/>
            </a:xfrm>
            <a:custGeom>
              <a:avLst/>
              <a:gdLst/>
              <a:ahLst/>
              <a:cxnLst/>
              <a:rect l="l" t="t" r="r" b="b"/>
              <a:pathLst>
                <a:path w="6235700" h="494664">
                  <a:moveTo>
                    <a:pt x="3118104" y="0"/>
                  </a:moveTo>
                  <a:lnTo>
                    <a:pt x="3118104" y="336930"/>
                  </a:lnTo>
                  <a:lnTo>
                    <a:pt x="6235192" y="336930"/>
                  </a:lnTo>
                  <a:lnTo>
                    <a:pt x="6235192" y="494537"/>
                  </a:lnTo>
                </a:path>
                <a:path w="6235700" h="494664">
                  <a:moveTo>
                    <a:pt x="3118104" y="0"/>
                  </a:moveTo>
                  <a:lnTo>
                    <a:pt x="3118104" y="336930"/>
                  </a:lnTo>
                  <a:lnTo>
                    <a:pt x="4157091" y="336930"/>
                  </a:lnTo>
                  <a:lnTo>
                    <a:pt x="4157091" y="494537"/>
                  </a:lnTo>
                </a:path>
                <a:path w="6235700" h="494664">
                  <a:moveTo>
                    <a:pt x="3117723" y="0"/>
                  </a:moveTo>
                  <a:lnTo>
                    <a:pt x="3117723" y="336930"/>
                  </a:lnTo>
                  <a:lnTo>
                    <a:pt x="2078735" y="336930"/>
                  </a:lnTo>
                  <a:lnTo>
                    <a:pt x="2078735" y="494537"/>
                  </a:lnTo>
                </a:path>
                <a:path w="6235700" h="494664">
                  <a:moveTo>
                    <a:pt x="3117087" y="0"/>
                  </a:moveTo>
                  <a:lnTo>
                    <a:pt x="3117087" y="336930"/>
                  </a:lnTo>
                  <a:lnTo>
                    <a:pt x="0" y="336930"/>
                  </a:lnTo>
                  <a:lnTo>
                    <a:pt x="0" y="494537"/>
                  </a:lnTo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9459" y="3922776"/>
              <a:ext cx="1699260" cy="1080770"/>
            </a:xfrm>
            <a:custGeom>
              <a:avLst/>
              <a:gdLst/>
              <a:ahLst/>
              <a:cxnLst/>
              <a:rect l="l" t="t" r="r" b="b"/>
              <a:pathLst>
                <a:path w="1699259" h="1080770">
                  <a:moveTo>
                    <a:pt x="1591183" y="0"/>
                  </a:moveTo>
                  <a:lnTo>
                    <a:pt x="108076" y="0"/>
                  </a:lnTo>
                  <a:lnTo>
                    <a:pt x="66008" y="8493"/>
                  </a:lnTo>
                  <a:lnTo>
                    <a:pt x="31654" y="31654"/>
                  </a:lnTo>
                  <a:lnTo>
                    <a:pt x="8493" y="66008"/>
                  </a:lnTo>
                  <a:lnTo>
                    <a:pt x="0" y="108076"/>
                  </a:lnTo>
                  <a:lnTo>
                    <a:pt x="0" y="972438"/>
                  </a:lnTo>
                  <a:lnTo>
                    <a:pt x="8493" y="1014507"/>
                  </a:lnTo>
                  <a:lnTo>
                    <a:pt x="31654" y="1048861"/>
                  </a:lnTo>
                  <a:lnTo>
                    <a:pt x="66008" y="1072022"/>
                  </a:lnTo>
                  <a:lnTo>
                    <a:pt x="108076" y="1080516"/>
                  </a:lnTo>
                  <a:lnTo>
                    <a:pt x="1591183" y="1080516"/>
                  </a:lnTo>
                  <a:lnTo>
                    <a:pt x="1633251" y="1072022"/>
                  </a:lnTo>
                  <a:lnTo>
                    <a:pt x="1667605" y="1048861"/>
                  </a:lnTo>
                  <a:lnTo>
                    <a:pt x="1690766" y="1014507"/>
                  </a:lnTo>
                  <a:lnTo>
                    <a:pt x="1699260" y="972438"/>
                  </a:lnTo>
                  <a:lnTo>
                    <a:pt x="1699260" y="108076"/>
                  </a:lnTo>
                  <a:lnTo>
                    <a:pt x="1690766" y="66008"/>
                  </a:lnTo>
                  <a:lnTo>
                    <a:pt x="1667605" y="31654"/>
                  </a:lnTo>
                  <a:lnTo>
                    <a:pt x="1633251" y="8493"/>
                  </a:lnTo>
                  <a:lnTo>
                    <a:pt x="159118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09459" y="3922776"/>
              <a:ext cx="1699260" cy="1080770"/>
            </a:xfrm>
            <a:custGeom>
              <a:avLst/>
              <a:gdLst/>
              <a:ahLst/>
              <a:cxnLst/>
              <a:rect l="l" t="t" r="r" b="b"/>
              <a:pathLst>
                <a:path w="1699259" h="1080770">
                  <a:moveTo>
                    <a:pt x="0" y="108076"/>
                  </a:moveTo>
                  <a:lnTo>
                    <a:pt x="8493" y="66008"/>
                  </a:lnTo>
                  <a:lnTo>
                    <a:pt x="31654" y="31654"/>
                  </a:lnTo>
                  <a:lnTo>
                    <a:pt x="66008" y="8493"/>
                  </a:lnTo>
                  <a:lnTo>
                    <a:pt x="108076" y="0"/>
                  </a:lnTo>
                  <a:lnTo>
                    <a:pt x="1591183" y="0"/>
                  </a:lnTo>
                  <a:lnTo>
                    <a:pt x="1633251" y="8493"/>
                  </a:lnTo>
                  <a:lnTo>
                    <a:pt x="1667605" y="31654"/>
                  </a:lnTo>
                  <a:lnTo>
                    <a:pt x="1690766" y="66008"/>
                  </a:lnTo>
                  <a:lnTo>
                    <a:pt x="1699260" y="108076"/>
                  </a:lnTo>
                  <a:lnTo>
                    <a:pt x="1699260" y="972438"/>
                  </a:lnTo>
                  <a:lnTo>
                    <a:pt x="1690766" y="1014507"/>
                  </a:lnTo>
                  <a:lnTo>
                    <a:pt x="1667605" y="1048861"/>
                  </a:lnTo>
                  <a:lnTo>
                    <a:pt x="1633251" y="1072022"/>
                  </a:lnTo>
                  <a:lnTo>
                    <a:pt x="1591183" y="1080516"/>
                  </a:lnTo>
                  <a:lnTo>
                    <a:pt x="108076" y="1080516"/>
                  </a:lnTo>
                  <a:lnTo>
                    <a:pt x="66008" y="1072022"/>
                  </a:lnTo>
                  <a:lnTo>
                    <a:pt x="31654" y="1048861"/>
                  </a:lnTo>
                  <a:lnTo>
                    <a:pt x="8493" y="1014507"/>
                  </a:lnTo>
                  <a:lnTo>
                    <a:pt x="0" y="972438"/>
                  </a:lnTo>
                  <a:lnTo>
                    <a:pt x="0" y="108076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98435" y="4102608"/>
              <a:ext cx="1699260" cy="1080770"/>
            </a:xfrm>
            <a:custGeom>
              <a:avLst/>
              <a:gdLst/>
              <a:ahLst/>
              <a:cxnLst/>
              <a:rect l="l" t="t" r="r" b="b"/>
              <a:pathLst>
                <a:path w="1699259" h="1080770">
                  <a:moveTo>
                    <a:pt x="1591183" y="0"/>
                  </a:moveTo>
                  <a:lnTo>
                    <a:pt x="108077" y="0"/>
                  </a:lnTo>
                  <a:lnTo>
                    <a:pt x="66008" y="8493"/>
                  </a:lnTo>
                  <a:lnTo>
                    <a:pt x="31654" y="31654"/>
                  </a:lnTo>
                  <a:lnTo>
                    <a:pt x="8493" y="66008"/>
                  </a:lnTo>
                  <a:lnTo>
                    <a:pt x="0" y="108077"/>
                  </a:lnTo>
                  <a:lnTo>
                    <a:pt x="0" y="972439"/>
                  </a:lnTo>
                  <a:lnTo>
                    <a:pt x="8493" y="1014507"/>
                  </a:lnTo>
                  <a:lnTo>
                    <a:pt x="31654" y="1048861"/>
                  </a:lnTo>
                  <a:lnTo>
                    <a:pt x="66008" y="1072022"/>
                  </a:lnTo>
                  <a:lnTo>
                    <a:pt x="108077" y="1080516"/>
                  </a:lnTo>
                  <a:lnTo>
                    <a:pt x="1591183" y="1080516"/>
                  </a:lnTo>
                  <a:lnTo>
                    <a:pt x="1633251" y="1072022"/>
                  </a:lnTo>
                  <a:lnTo>
                    <a:pt x="1667605" y="1048861"/>
                  </a:lnTo>
                  <a:lnTo>
                    <a:pt x="1690766" y="1014507"/>
                  </a:lnTo>
                  <a:lnTo>
                    <a:pt x="1699260" y="972439"/>
                  </a:lnTo>
                  <a:lnTo>
                    <a:pt x="1699260" y="108077"/>
                  </a:lnTo>
                  <a:lnTo>
                    <a:pt x="1690766" y="66008"/>
                  </a:lnTo>
                  <a:lnTo>
                    <a:pt x="1667605" y="31654"/>
                  </a:lnTo>
                  <a:lnTo>
                    <a:pt x="1633251" y="8493"/>
                  </a:lnTo>
                  <a:lnTo>
                    <a:pt x="1591183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98435" y="4102608"/>
              <a:ext cx="1699260" cy="1080770"/>
            </a:xfrm>
            <a:custGeom>
              <a:avLst/>
              <a:gdLst/>
              <a:ahLst/>
              <a:cxnLst/>
              <a:rect l="l" t="t" r="r" b="b"/>
              <a:pathLst>
                <a:path w="1699259" h="1080770">
                  <a:moveTo>
                    <a:pt x="0" y="108077"/>
                  </a:moveTo>
                  <a:lnTo>
                    <a:pt x="8493" y="66008"/>
                  </a:lnTo>
                  <a:lnTo>
                    <a:pt x="31654" y="31654"/>
                  </a:lnTo>
                  <a:lnTo>
                    <a:pt x="66008" y="8493"/>
                  </a:lnTo>
                  <a:lnTo>
                    <a:pt x="108077" y="0"/>
                  </a:lnTo>
                  <a:lnTo>
                    <a:pt x="1591183" y="0"/>
                  </a:lnTo>
                  <a:lnTo>
                    <a:pt x="1633251" y="8493"/>
                  </a:lnTo>
                  <a:lnTo>
                    <a:pt x="1667605" y="31654"/>
                  </a:lnTo>
                  <a:lnTo>
                    <a:pt x="1690766" y="66008"/>
                  </a:lnTo>
                  <a:lnTo>
                    <a:pt x="1699260" y="108077"/>
                  </a:lnTo>
                  <a:lnTo>
                    <a:pt x="1699260" y="972439"/>
                  </a:lnTo>
                  <a:lnTo>
                    <a:pt x="1690766" y="1014507"/>
                  </a:lnTo>
                  <a:lnTo>
                    <a:pt x="1667605" y="1048861"/>
                  </a:lnTo>
                  <a:lnTo>
                    <a:pt x="1633251" y="1072022"/>
                  </a:lnTo>
                  <a:lnTo>
                    <a:pt x="1591183" y="1080516"/>
                  </a:lnTo>
                  <a:lnTo>
                    <a:pt x="108077" y="1080516"/>
                  </a:lnTo>
                  <a:lnTo>
                    <a:pt x="66008" y="1072022"/>
                  </a:lnTo>
                  <a:lnTo>
                    <a:pt x="31654" y="1048861"/>
                  </a:lnTo>
                  <a:lnTo>
                    <a:pt x="8493" y="1014507"/>
                  </a:lnTo>
                  <a:lnTo>
                    <a:pt x="0" y="972439"/>
                  </a:lnTo>
                  <a:lnTo>
                    <a:pt x="0" y="108077"/>
                  </a:lnTo>
                  <a:close/>
                </a:path>
              </a:pathLst>
            </a:custGeom>
            <a:ln w="126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450581" y="4180788"/>
            <a:ext cx="1398270" cy="842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3215"/>
              </a:lnSpc>
              <a:spcBef>
                <a:spcPts val="95"/>
              </a:spcBef>
            </a:pPr>
            <a:r>
              <a:rPr sz="2800" spc="-20" dirty="0">
                <a:latin typeface="Calibri"/>
                <a:cs typeface="Calibri"/>
              </a:rPr>
              <a:t>DBMS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ts val="3215"/>
              </a:lnSpc>
            </a:pPr>
            <a:r>
              <a:rPr sz="2800" spc="-10" dirty="0">
                <a:latin typeface="Calibri"/>
                <a:cs typeface="Calibri"/>
              </a:rPr>
              <a:t>Language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985005" y="5490717"/>
            <a:ext cx="1902460" cy="1273175"/>
            <a:chOff x="3985005" y="5490717"/>
            <a:chExt cx="1902460" cy="1273175"/>
          </a:xfrm>
        </p:grpSpPr>
        <p:sp>
          <p:nvSpPr>
            <p:cNvPr id="12" name="object 12"/>
            <p:cNvSpPr/>
            <p:nvPr/>
          </p:nvSpPr>
          <p:spPr>
            <a:xfrm>
              <a:off x="3991355" y="5497067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4" h="1080770">
                  <a:moveTo>
                    <a:pt x="1592707" y="0"/>
                  </a:moveTo>
                  <a:lnTo>
                    <a:pt x="108077" y="0"/>
                  </a:lnTo>
                  <a:lnTo>
                    <a:pt x="66008" y="8492"/>
                  </a:lnTo>
                  <a:lnTo>
                    <a:pt x="31654" y="31651"/>
                  </a:lnTo>
                  <a:lnTo>
                    <a:pt x="8493" y="65997"/>
                  </a:lnTo>
                  <a:lnTo>
                    <a:pt x="0" y="108051"/>
                  </a:lnTo>
                  <a:lnTo>
                    <a:pt x="0" y="972464"/>
                  </a:lnTo>
                  <a:lnTo>
                    <a:pt x="8493" y="1014523"/>
                  </a:lnTo>
                  <a:lnTo>
                    <a:pt x="31654" y="1048869"/>
                  </a:lnTo>
                  <a:lnTo>
                    <a:pt x="66008" y="1072025"/>
                  </a:lnTo>
                  <a:lnTo>
                    <a:pt x="108077" y="1080515"/>
                  </a:lnTo>
                  <a:lnTo>
                    <a:pt x="1592707" y="1080515"/>
                  </a:lnTo>
                  <a:lnTo>
                    <a:pt x="1634775" y="1072025"/>
                  </a:lnTo>
                  <a:lnTo>
                    <a:pt x="1669129" y="1048869"/>
                  </a:lnTo>
                  <a:lnTo>
                    <a:pt x="1692290" y="1014523"/>
                  </a:lnTo>
                  <a:lnTo>
                    <a:pt x="1700784" y="972464"/>
                  </a:lnTo>
                  <a:lnTo>
                    <a:pt x="1700784" y="108051"/>
                  </a:lnTo>
                  <a:lnTo>
                    <a:pt x="1692290" y="65997"/>
                  </a:lnTo>
                  <a:lnTo>
                    <a:pt x="1669129" y="31651"/>
                  </a:lnTo>
                  <a:lnTo>
                    <a:pt x="1634775" y="8492"/>
                  </a:lnTo>
                  <a:lnTo>
                    <a:pt x="1592707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991355" y="5497067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4" h="1080770">
                  <a:moveTo>
                    <a:pt x="0" y="108051"/>
                  </a:moveTo>
                  <a:lnTo>
                    <a:pt x="8493" y="65997"/>
                  </a:lnTo>
                  <a:lnTo>
                    <a:pt x="31654" y="31651"/>
                  </a:lnTo>
                  <a:lnTo>
                    <a:pt x="66008" y="8492"/>
                  </a:lnTo>
                  <a:lnTo>
                    <a:pt x="108077" y="0"/>
                  </a:lnTo>
                  <a:lnTo>
                    <a:pt x="1592707" y="0"/>
                  </a:lnTo>
                  <a:lnTo>
                    <a:pt x="1634775" y="8492"/>
                  </a:lnTo>
                  <a:lnTo>
                    <a:pt x="1669129" y="31651"/>
                  </a:lnTo>
                  <a:lnTo>
                    <a:pt x="1692290" y="65997"/>
                  </a:lnTo>
                  <a:lnTo>
                    <a:pt x="1700784" y="108051"/>
                  </a:lnTo>
                  <a:lnTo>
                    <a:pt x="1700784" y="972464"/>
                  </a:lnTo>
                  <a:lnTo>
                    <a:pt x="1692290" y="1014523"/>
                  </a:lnTo>
                  <a:lnTo>
                    <a:pt x="1669129" y="1048869"/>
                  </a:lnTo>
                  <a:lnTo>
                    <a:pt x="1634775" y="1072025"/>
                  </a:lnTo>
                  <a:lnTo>
                    <a:pt x="1592707" y="1080515"/>
                  </a:lnTo>
                  <a:lnTo>
                    <a:pt x="108077" y="1080515"/>
                  </a:lnTo>
                  <a:lnTo>
                    <a:pt x="66008" y="1072025"/>
                  </a:lnTo>
                  <a:lnTo>
                    <a:pt x="31654" y="1048869"/>
                  </a:lnTo>
                  <a:lnTo>
                    <a:pt x="8493" y="1014523"/>
                  </a:lnTo>
                  <a:lnTo>
                    <a:pt x="0" y="972464"/>
                  </a:lnTo>
                  <a:lnTo>
                    <a:pt x="0" y="108051"/>
                  </a:lnTo>
                  <a:close/>
                </a:path>
              </a:pathLst>
            </a:custGeom>
            <a:ln w="12700">
              <a:solidFill>
                <a:srgbClr val="E7E7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80331" y="5676899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4" h="1080770">
                  <a:moveTo>
                    <a:pt x="1592706" y="0"/>
                  </a:moveTo>
                  <a:lnTo>
                    <a:pt x="108076" y="0"/>
                  </a:lnTo>
                  <a:lnTo>
                    <a:pt x="66008" y="8490"/>
                  </a:lnTo>
                  <a:lnTo>
                    <a:pt x="31654" y="31646"/>
                  </a:lnTo>
                  <a:lnTo>
                    <a:pt x="8493" y="65992"/>
                  </a:lnTo>
                  <a:lnTo>
                    <a:pt x="0" y="108051"/>
                  </a:lnTo>
                  <a:lnTo>
                    <a:pt x="0" y="972464"/>
                  </a:lnTo>
                  <a:lnTo>
                    <a:pt x="8493" y="1014523"/>
                  </a:lnTo>
                  <a:lnTo>
                    <a:pt x="31654" y="1048869"/>
                  </a:lnTo>
                  <a:lnTo>
                    <a:pt x="66008" y="1072025"/>
                  </a:lnTo>
                  <a:lnTo>
                    <a:pt x="108076" y="1080516"/>
                  </a:lnTo>
                  <a:lnTo>
                    <a:pt x="1592706" y="1080516"/>
                  </a:lnTo>
                  <a:lnTo>
                    <a:pt x="1634775" y="1072025"/>
                  </a:lnTo>
                  <a:lnTo>
                    <a:pt x="1669129" y="1048869"/>
                  </a:lnTo>
                  <a:lnTo>
                    <a:pt x="1692290" y="1014523"/>
                  </a:lnTo>
                  <a:lnTo>
                    <a:pt x="1700783" y="972464"/>
                  </a:lnTo>
                  <a:lnTo>
                    <a:pt x="1700783" y="108051"/>
                  </a:lnTo>
                  <a:lnTo>
                    <a:pt x="1692290" y="65992"/>
                  </a:lnTo>
                  <a:lnTo>
                    <a:pt x="1669129" y="31646"/>
                  </a:lnTo>
                  <a:lnTo>
                    <a:pt x="1634775" y="8490"/>
                  </a:lnTo>
                  <a:lnTo>
                    <a:pt x="159270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80331" y="5676899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4" h="1080770">
                  <a:moveTo>
                    <a:pt x="0" y="108051"/>
                  </a:moveTo>
                  <a:lnTo>
                    <a:pt x="8493" y="65992"/>
                  </a:lnTo>
                  <a:lnTo>
                    <a:pt x="31654" y="31646"/>
                  </a:lnTo>
                  <a:lnTo>
                    <a:pt x="66008" y="8490"/>
                  </a:lnTo>
                  <a:lnTo>
                    <a:pt x="108076" y="0"/>
                  </a:lnTo>
                  <a:lnTo>
                    <a:pt x="1592706" y="0"/>
                  </a:lnTo>
                  <a:lnTo>
                    <a:pt x="1634775" y="8490"/>
                  </a:lnTo>
                  <a:lnTo>
                    <a:pt x="1669129" y="31646"/>
                  </a:lnTo>
                  <a:lnTo>
                    <a:pt x="1692290" y="65992"/>
                  </a:lnTo>
                  <a:lnTo>
                    <a:pt x="1700783" y="108051"/>
                  </a:lnTo>
                  <a:lnTo>
                    <a:pt x="1700783" y="972464"/>
                  </a:lnTo>
                  <a:lnTo>
                    <a:pt x="1692290" y="1014523"/>
                  </a:lnTo>
                  <a:lnTo>
                    <a:pt x="1669129" y="1048869"/>
                  </a:lnTo>
                  <a:lnTo>
                    <a:pt x="1634775" y="1072025"/>
                  </a:lnTo>
                  <a:lnTo>
                    <a:pt x="1592706" y="1080516"/>
                  </a:lnTo>
                  <a:lnTo>
                    <a:pt x="108076" y="1080516"/>
                  </a:lnTo>
                  <a:lnTo>
                    <a:pt x="66008" y="1072025"/>
                  </a:lnTo>
                  <a:lnTo>
                    <a:pt x="31654" y="1048869"/>
                  </a:lnTo>
                  <a:lnTo>
                    <a:pt x="8493" y="1014523"/>
                  </a:lnTo>
                  <a:lnTo>
                    <a:pt x="0" y="972464"/>
                  </a:lnTo>
                  <a:lnTo>
                    <a:pt x="0" y="108051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726304" y="5951016"/>
            <a:ext cx="6102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Calibri"/>
                <a:cs typeface="Calibri"/>
              </a:rPr>
              <a:t>DDL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063741" y="5490717"/>
            <a:ext cx="1902460" cy="1273175"/>
            <a:chOff x="6063741" y="5490717"/>
            <a:chExt cx="1902460" cy="1273175"/>
          </a:xfrm>
        </p:grpSpPr>
        <p:sp>
          <p:nvSpPr>
            <p:cNvPr id="18" name="object 18"/>
            <p:cNvSpPr/>
            <p:nvPr/>
          </p:nvSpPr>
          <p:spPr>
            <a:xfrm>
              <a:off x="6070091" y="5497067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5" h="1080770">
                  <a:moveTo>
                    <a:pt x="1592707" y="0"/>
                  </a:moveTo>
                  <a:lnTo>
                    <a:pt x="108077" y="0"/>
                  </a:lnTo>
                  <a:lnTo>
                    <a:pt x="66008" y="8492"/>
                  </a:lnTo>
                  <a:lnTo>
                    <a:pt x="31654" y="31651"/>
                  </a:lnTo>
                  <a:lnTo>
                    <a:pt x="8493" y="65997"/>
                  </a:lnTo>
                  <a:lnTo>
                    <a:pt x="0" y="108051"/>
                  </a:lnTo>
                  <a:lnTo>
                    <a:pt x="0" y="972464"/>
                  </a:lnTo>
                  <a:lnTo>
                    <a:pt x="8493" y="1014523"/>
                  </a:lnTo>
                  <a:lnTo>
                    <a:pt x="31654" y="1048869"/>
                  </a:lnTo>
                  <a:lnTo>
                    <a:pt x="66008" y="1072025"/>
                  </a:lnTo>
                  <a:lnTo>
                    <a:pt x="108077" y="1080515"/>
                  </a:lnTo>
                  <a:lnTo>
                    <a:pt x="1592707" y="1080515"/>
                  </a:lnTo>
                  <a:lnTo>
                    <a:pt x="1634775" y="1072025"/>
                  </a:lnTo>
                  <a:lnTo>
                    <a:pt x="1669129" y="1048869"/>
                  </a:lnTo>
                  <a:lnTo>
                    <a:pt x="1692290" y="1014523"/>
                  </a:lnTo>
                  <a:lnTo>
                    <a:pt x="1700784" y="972464"/>
                  </a:lnTo>
                  <a:lnTo>
                    <a:pt x="1700784" y="108051"/>
                  </a:lnTo>
                  <a:lnTo>
                    <a:pt x="1692290" y="65997"/>
                  </a:lnTo>
                  <a:lnTo>
                    <a:pt x="1669129" y="31651"/>
                  </a:lnTo>
                  <a:lnTo>
                    <a:pt x="1634775" y="8492"/>
                  </a:lnTo>
                  <a:lnTo>
                    <a:pt x="1592707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70091" y="5497067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5" h="1080770">
                  <a:moveTo>
                    <a:pt x="0" y="108051"/>
                  </a:moveTo>
                  <a:lnTo>
                    <a:pt x="8493" y="65997"/>
                  </a:lnTo>
                  <a:lnTo>
                    <a:pt x="31654" y="31651"/>
                  </a:lnTo>
                  <a:lnTo>
                    <a:pt x="66008" y="8492"/>
                  </a:lnTo>
                  <a:lnTo>
                    <a:pt x="108077" y="0"/>
                  </a:lnTo>
                  <a:lnTo>
                    <a:pt x="1592707" y="0"/>
                  </a:lnTo>
                  <a:lnTo>
                    <a:pt x="1634775" y="8492"/>
                  </a:lnTo>
                  <a:lnTo>
                    <a:pt x="1669129" y="31651"/>
                  </a:lnTo>
                  <a:lnTo>
                    <a:pt x="1692290" y="65997"/>
                  </a:lnTo>
                  <a:lnTo>
                    <a:pt x="1700784" y="108051"/>
                  </a:lnTo>
                  <a:lnTo>
                    <a:pt x="1700784" y="972464"/>
                  </a:lnTo>
                  <a:lnTo>
                    <a:pt x="1692290" y="1014523"/>
                  </a:lnTo>
                  <a:lnTo>
                    <a:pt x="1669129" y="1048869"/>
                  </a:lnTo>
                  <a:lnTo>
                    <a:pt x="1634775" y="1072025"/>
                  </a:lnTo>
                  <a:lnTo>
                    <a:pt x="1592707" y="1080515"/>
                  </a:lnTo>
                  <a:lnTo>
                    <a:pt x="108077" y="1080515"/>
                  </a:lnTo>
                  <a:lnTo>
                    <a:pt x="66008" y="1072025"/>
                  </a:lnTo>
                  <a:lnTo>
                    <a:pt x="31654" y="1048869"/>
                  </a:lnTo>
                  <a:lnTo>
                    <a:pt x="8493" y="1014523"/>
                  </a:lnTo>
                  <a:lnTo>
                    <a:pt x="0" y="972464"/>
                  </a:lnTo>
                  <a:lnTo>
                    <a:pt x="0" y="10805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9067" y="5676899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5" h="1080770">
                  <a:moveTo>
                    <a:pt x="1592707" y="0"/>
                  </a:moveTo>
                  <a:lnTo>
                    <a:pt x="108077" y="0"/>
                  </a:lnTo>
                  <a:lnTo>
                    <a:pt x="66008" y="8490"/>
                  </a:lnTo>
                  <a:lnTo>
                    <a:pt x="31654" y="31646"/>
                  </a:lnTo>
                  <a:lnTo>
                    <a:pt x="8493" y="65992"/>
                  </a:lnTo>
                  <a:lnTo>
                    <a:pt x="0" y="108051"/>
                  </a:lnTo>
                  <a:lnTo>
                    <a:pt x="0" y="972464"/>
                  </a:lnTo>
                  <a:lnTo>
                    <a:pt x="8493" y="1014523"/>
                  </a:lnTo>
                  <a:lnTo>
                    <a:pt x="31654" y="1048869"/>
                  </a:lnTo>
                  <a:lnTo>
                    <a:pt x="66008" y="1072025"/>
                  </a:lnTo>
                  <a:lnTo>
                    <a:pt x="108077" y="1080516"/>
                  </a:lnTo>
                  <a:lnTo>
                    <a:pt x="1592707" y="1080516"/>
                  </a:lnTo>
                  <a:lnTo>
                    <a:pt x="1634775" y="1072025"/>
                  </a:lnTo>
                  <a:lnTo>
                    <a:pt x="1669129" y="1048869"/>
                  </a:lnTo>
                  <a:lnTo>
                    <a:pt x="1692290" y="1014523"/>
                  </a:lnTo>
                  <a:lnTo>
                    <a:pt x="1700784" y="972464"/>
                  </a:lnTo>
                  <a:lnTo>
                    <a:pt x="1700784" y="108051"/>
                  </a:lnTo>
                  <a:lnTo>
                    <a:pt x="1692290" y="65992"/>
                  </a:lnTo>
                  <a:lnTo>
                    <a:pt x="1669129" y="31646"/>
                  </a:lnTo>
                  <a:lnTo>
                    <a:pt x="1634775" y="8490"/>
                  </a:lnTo>
                  <a:lnTo>
                    <a:pt x="1592707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9067" y="5676899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5" h="1080770">
                  <a:moveTo>
                    <a:pt x="0" y="108051"/>
                  </a:moveTo>
                  <a:lnTo>
                    <a:pt x="8493" y="65992"/>
                  </a:lnTo>
                  <a:lnTo>
                    <a:pt x="31654" y="31646"/>
                  </a:lnTo>
                  <a:lnTo>
                    <a:pt x="66008" y="8490"/>
                  </a:lnTo>
                  <a:lnTo>
                    <a:pt x="108077" y="0"/>
                  </a:lnTo>
                  <a:lnTo>
                    <a:pt x="1592707" y="0"/>
                  </a:lnTo>
                  <a:lnTo>
                    <a:pt x="1634775" y="8490"/>
                  </a:lnTo>
                  <a:lnTo>
                    <a:pt x="1669129" y="31646"/>
                  </a:lnTo>
                  <a:lnTo>
                    <a:pt x="1692290" y="65992"/>
                  </a:lnTo>
                  <a:lnTo>
                    <a:pt x="1700784" y="108051"/>
                  </a:lnTo>
                  <a:lnTo>
                    <a:pt x="1700784" y="972464"/>
                  </a:lnTo>
                  <a:lnTo>
                    <a:pt x="1692290" y="1014523"/>
                  </a:lnTo>
                  <a:lnTo>
                    <a:pt x="1669129" y="1048869"/>
                  </a:lnTo>
                  <a:lnTo>
                    <a:pt x="1634775" y="1072025"/>
                  </a:lnTo>
                  <a:lnTo>
                    <a:pt x="1592707" y="1080516"/>
                  </a:lnTo>
                  <a:lnTo>
                    <a:pt x="108077" y="1080516"/>
                  </a:lnTo>
                  <a:lnTo>
                    <a:pt x="66008" y="1072025"/>
                  </a:lnTo>
                  <a:lnTo>
                    <a:pt x="31654" y="1048869"/>
                  </a:lnTo>
                  <a:lnTo>
                    <a:pt x="8493" y="1014523"/>
                  </a:lnTo>
                  <a:lnTo>
                    <a:pt x="0" y="972464"/>
                  </a:lnTo>
                  <a:lnTo>
                    <a:pt x="0" y="108051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818121" y="5951016"/>
            <a:ext cx="5822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Calibri"/>
                <a:cs typeface="Calibri"/>
              </a:rPr>
              <a:t>DCL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142478" y="5490717"/>
            <a:ext cx="1901189" cy="1273175"/>
            <a:chOff x="8142478" y="5490717"/>
            <a:chExt cx="1901189" cy="1273175"/>
          </a:xfrm>
        </p:grpSpPr>
        <p:sp>
          <p:nvSpPr>
            <p:cNvPr id="24" name="object 24"/>
            <p:cNvSpPr/>
            <p:nvPr/>
          </p:nvSpPr>
          <p:spPr>
            <a:xfrm>
              <a:off x="8148828" y="5497067"/>
              <a:ext cx="1699260" cy="1080770"/>
            </a:xfrm>
            <a:custGeom>
              <a:avLst/>
              <a:gdLst/>
              <a:ahLst/>
              <a:cxnLst/>
              <a:rect l="l" t="t" r="r" b="b"/>
              <a:pathLst>
                <a:path w="1699259" h="1080770">
                  <a:moveTo>
                    <a:pt x="1591182" y="0"/>
                  </a:moveTo>
                  <a:lnTo>
                    <a:pt x="108076" y="0"/>
                  </a:lnTo>
                  <a:lnTo>
                    <a:pt x="66008" y="8492"/>
                  </a:lnTo>
                  <a:lnTo>
                    <a:pt x="31654" y="31651"/>
                  </a:lnTo>
                  <a:lnTo>
                    <a:pt x="8493" y="65997"/>
                  </a:lnTo>
                  <a:lnTo>
                    <a:pt x="0" y="108051"/>
                  </a:lnTo>
                  <a:lnTo>
                    <a:pt x="0" y="972464"/>
                  </a:lnTo>
                  <a:lnTo>
                    <a:pt x="8493" y="1014523"/>
                  </a:lnTo>
                  <a:lnTo>
                    <a:pt x="31654" y="1048869"/>
                  </a:lnTo>
                  <a:lnTo>
                    <a:pt x="66008" y="1072025"/>
                  </a:lnTo>
                  <a:lnTo>
                    <a:pt x="108076" y="1080515"/>
                  </a:lnTo>
                  <a:lnTo>
                    <a:pt x="1591182" y="1080515"/>
                  </a:lnTo>
                  <a:lnTo>
                    <a:pt x="1633251" y="1072025"/>
                  </a:lnTo>
                  <a:lnTo>
                    <a:pt x="1667605" y="1048869"/>
                  </a:lnTo>
                  <a:lnTo>
                    <a:pt x="1690766" y="1014523"/>
                  </a:lnTo>
                  <a:lnTo>
                    <a:pt x="1699260" y="972464"/>
                  </a:lnTo>
                  <a:lnTo>
                    <a:pt x="1699260" y="108051"/>
                  </a:lnTo>
                  <a:lnTo>
                    <a:pt x="1690766" y="65997"/>
                  </a:lnTo>
                  <a:lnTo>
                    <a:pt x="1667605" y="31651"/>
                  </a:lnTo>
                  <a:lnTo>
                    <a:pt x="1633251" y="8492"/>
                  </a:lnTo>
                  <a:lnTo>
                    <a:pt x="1591182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48828" y="5497067"/>
              <a:ext cx="1699260" cy="1080770"/>
            </a:xfrm>
            <a:custGeom>
              <a:avLst/>
              <a:gdLst/>
              <a:ahLst/>
              <a:cxnLst/>
              <a:rect l="l" t="t" r="r" b="b"/>
              <a:pathLst>
                <a:path w="1699259" h="1080770">
                  <a:moveTo>
                    <a:pt x="0" y="108051"/>
                  </a:moveTo>
                  <a:lnTo>
                    <a:pt x="8493" y="65997"/>
                  </a:lnTo>
                  <a:lnTo>
                    <a:pt x="31654" y="31651"/>
                  </a:lnTo>
                  <a:lnTo>
                    <a:pt x="66008" y="8492"/>
                  </a:lnTo>
                  <a:lnTo>
                    <a:pt x="108076" y="0"/>
                  </a:lnTo>
                  <a:lnTo>
                    <a:pt x="1591182" y="0"/>
                  </a:lnTo>
                  <a:lnTo>
                    <a:pt x="1633251" y="8492"/>
                  </a:lnTo>
                  <a:lnTo>
                    <a:pt x="1667605" y="31651"/>
                  </a:lnTo>
                  <a:lnTo>
                    <a:pt x="1690766" y="65997"/>
                  </a:lnTo>
                  <a:lnTo>
                    <a:pt x="1699260" y="108051"/>
                  </a:lnTo>
                  <a:lnTo>
                    <a:pt x="1699260" y="972464"/>
                  </a:lnTo>
                  <a:lnTo>
                    <a:pt x="1690766" y="1014523"/>
                  </a:lnTo>
                  <a:lnTo>
                    <a:pt x="1667605" y="1048869"/>
                  </a:lnTo>
                  <a:lnTo>
                    <a:pt x="1633251" y="1072025"/>
                  </a:lnTo>
                  <a:lnTo>
                    <a:pt x="1591182" y="1080515"/>
                  </a:lnTo>
                  <a:lnTo>
                    <a:pt x="108076" y="1080515"/>
                  </a:lnTo>
                  <a:lnTo>
                    <a:pt x="66008" y="1072025"/>
                  </a:lnTo>
                  <a:lnTo>
                    <a:pt x="31654" y="1048869"/>
                  </a:lnTo>
                  <a:lnTo>
                    <a:pt x="8493" y="1014523"/>
                  </a:lnTo>
                  <a:lnTo>
                    <a:pt x="0" y="972464"/>
                  </a:lnTo>
                  <a:lnTo>
                    <a:pt x="0" y="10805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337804" y="5676899"/>
              <a:ext cx="1699260" cy="1080770"/>
            </a:xfrm>
            <a:custGeom>
              <a:avLst/>
              <a:gdLst/>
              <a:ahLst/>
              <a:cxnLst/>
              <a:rect l="l" t="t" r="r" b="b"/>
              <a:pathLst>
                <a:path w="1699259" h="1080770">
                  <a:moveTo>
                    <a:pt x="1591182" y="0"/>
                  </a:moveTo>
                  <a:lnTo>
                    <a:pt x="108076" y="0"/>
                  </a:lnTo>
                  <a:lnTo>
                    <a:pt x="66008" y="8490"/>
                  </a:lnTo>
                  <a:lnTo>
                    <a:pt x="31654" y="31646"/>
                  </a:lnTo>
                  <a:lnTo>
                    <a:pt x="8493" y="65992"/>
                  </a:lnTo>
                  <a:lnTo>
                    <a:pt x="0" y="108051"/>
                  </a:lnTo>
                  <a:lnTo>
                    <a:pt x="0" y="972464"/>
                  </a:lnTo>
                  <a:lnTo>
                    <a:pt x="8493" y="1014523"/>
                  </a:lnTo>
                  <a:lnTo>
                    <a:pt x="31654" y="1048869"/>
                  </a:lnTo>
                  <a:lnTo>
                    <a:pt x="66008" y="1072025"/>
                  </a:lnTo>
                  <a:lnTo>
                    <a:pt x="108076" y="1080516"/>
                  </a:lnTo>
                  <a:lnTo>
                    <a:pt x="1591182" y="1080516"/>
                  </a:lnTo>
                  <a:lnTo>
                    <a:pt x="1633251" y="1072025"/>
                  </a:lnTo>
                  <a:lnTo>
                    <a:pt x="1667605" y="1048869"/>
                  </a:lnTo>
                  <a:lnTo>
                    <a:pt x="1690766" y="1014523"/>
                  </a:lnTo>
                  <a:lnTo>
                    <a:pt x="1699260" y="972464"/>
                  </a:lnTo>
                  <a:lnTo>
                    <a:pt x="1699260" y="108051"/>
                  </a:lnTo>
                  <a:lnTo>
                    <a:pt x="1690766" y="65992"/>
                  </a:lnTo>
                  <a:lnTo>
                    <a:pt x="1667605" y="31646"/>
                  </a:lnTo>
                  <a:lnTo>
                    <a:pt x="1633251" y="8490"/>
                  </a:lnTo>
                  <a:lnTo>
                    <a:pt x="159118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337804" y="5676899"/>
              <a:ext cx="1699260" cy="1080770"/>
            </a:xfrm>
            <a:custGeom>
              <a:avLst/>
              <a:gdLst/>
              <a:ahLst/>
              <a:cxnLst/>
              <a:rect l="l" t="t" r="r" b="b"/>
              <a:pathLst>
                <a:path w="1699259" h="1080770">
                  <a:moveTo>
                    <a:pt x="0" y="108051"/>
                  </a:moveTo>
                  <a:lnTo>
                    <a:pt x="8493" y="65992"/>
                  </a:lnTo>
                  <a:lnTo>
                    <a:pt x="31654" y="31646"/>
                  </a:lnTo>
                  <a:lnTo>
                    <a:pt x="66008" y="8490"/>
                  </a:lnTo>
                  <a:lnTo>
                    <a:pt x="108076" y="0"/>
                  </a:lnTo>
                  <a:lnTo>
                    <a:pt x="1591182" y="0"/>
                  </a:lnTo>
                  <a:lnTo>
                    <a:pt x="1633251" y="8490"/>
                  </a:lnTo>
                  <a:lnTo>
                    <a:pt x="1667605" y="31646"/>
                  </a:lnTo>
                  <a:lnTo>
                    <a:pt x="1690766" y="65992"/>
                  </a:lnTo>
                  <a:lnTo>
                    <a:pt x="1699260" y="108051"/>
                  </a:lnTo>
                  <a:lnTo>
                    <a:pt x="1699260" y="972464"/>
                  </a:lnTo>
                  <a:lnTo>
                    <a:pt x="1690766" y="1014523"/>
                  </a:lnTo>
                  <a:lnTo>
                    <a:pt x="1667605" y="1048869"/>
                  </a:lnTo>
                  <a:lnTo>
                    <a:pt x="1633251" y="1072025"/>
                  </a:lnTo>
                  <a:lnTo>
                    <a:pt x="1591182" y="1080516"/>
                  </a:lnTo>
                  <a:lnTo>
                    <a:pt x="108076" y="1080516"/>
                  </a:lnTo>
                  <a:lnTo>
                    <a:pt x="66008" y="1072025"/>
                  </a:lnTo>
                  <a:lnTo>
                    <a:pt x="31654" y="1048869"/>
                  </a:lnTo>
                  <a:lnTo>
                    <a:pt x="8493" y="1014523"/>
                  </a:lnTo>
                  <a:lnTo>
                    <a:pt x="0" y="972464"/>
                  </a:lnTo>
                  <a:lnTo>
                    <a:pt x="0" y="108051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840216" y="5951016"/>
            <a:ext cx="6953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Calibri"/>
                <a:cs typeface="Calibri"/>
              </a:rPr>
              <a:t>DML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0219690" y="5490717"/>
            <a:ext cx="1902460" cy="1273175"/>
            <a:chOff x="10219690" y="5490717"/>
            <a:chExt cx="1902460" cy="1273175"/>
          </a:xfrm>
        </p:grpSpPr>
        <p:sp>
          <p:nvSpPr>
            <p:cNvPr id="30" name="object 30"/>
            <p:cNvSpPr/>
            <p:nvPr/>
          </p:nvSpPr>
          <p:spPr>
            <a:xfrm>
              <a:off x="10226040" y="5497067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5" h="1080770">
                  <a:moveTo>
                    <a:pt x="1592706" y="0"/>
                  </a:moveTo>
                  <a:lnTo>
                    <a:pt x="108076" y="0"/>
                  </a:lnTo>
                  <a:lnTo>
                    <a:pt x="66008" y="8492"/>
                  </a:lnTo>
                  <a:lnTo>
                    <a:pt x="31654" y="31651"/>
                  </a:lnTo>
                  <a:lnTo>
                    <a:pt x="8493" y="65997"/>
                  </a:lnTo>
                  <a:lnTo>
                    <a:pt x="0" y="108051"/>
                  </a:lnTo>
                  <a:lnTo>
                    <a:pt x="0" y="972464"/>
                  </a:lnTo>
                  <a:lnTo>
                    <a:pt x="8493" y="1014523"/>
                  </a:lnTo>
                  <a:lnTo>
                    <a:pt x="31654" y="1048869"/>
                  </a:lnTo>
                  <a:lnTo>
                    <a:pt x="66008" y="1072025"/>
                  </a:lnTo>
                  <a:lnTo>
                    <a:pt x="108076" y="1080515"/>
                  </a:lnTo>
                  <a:lnTo>
                    <a:pt x="1592706" y="1080515"/>
                  </a:lnTo>
                  <a:lnTo>
                    <a:pt x="1634775" y="1072025"/>
                  </a:lnTo>
                  <a:lnTo>
                    <a:pt x="1669129" y="1048869"/>
                  </a:lnTo>
                  <a:lnTo>
                    <a:pt x="1692290" y="1014523"/>
                  </a:lnTo>
                  <a:lnTo>
                    <a:pt x="1700783" y="972464"/>
                  </a:lnTo>
                  <a:lnTo>
                    <a:pt x="1700783" y="108051"/>
                  </a:lnTo>
                  <a:lnTo>
                    <a:pt x="1692290" y="65997"/>
                  </a:lnTo>
                  <a:lnTo>
                    <a:pt x="1669129" y="31651"/>
                  </a:lnTo>
                  <a:lnTo>
                    <a:pt x="1634775" y="8492"/>
                  </a:lnTo>
                  <a:lnTo>
                    <a:pt x="1592706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0226040" y="5497067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5" h="1080770">
                  <a:moveTo>
                    <a:pt x="0" y="108051"/>
                  </a:moveTo>
                  <a:lnTo>
                    <a:pt x="8493" y="65997"/>
                  </a:lnTo>
                  <a:lnTo>
                    <a:pt x="31654" y="31651"/>
                  </a:lnTo>
                  <a:lnTo>
                    <a:pt x="66008" y="8492"/>
                  </a:lnTo>
                  <a:lnTo>
                    <a:pt x="108076" y="0"/>
                  </a:lnTo>
                  <a:lnTo>
                    <a:pt x="1592706" y="0"/>
                  </a:lnTo>
                  <a:lnTo>
                    <a:pt x="1634775" y="8492"/>
                  </a:lnTo>
                  <a:lnTo>
                    <a:pt x="1669129" y="31651"/>
                  </a:lnTo>
                  <a:lnTo>
                    <a:pt x="1692290" y="65997"/>
                  </a:lnTo>
                  <a:lnTo>
                    <a:pt x="1700783" y="108051"/>
                  </a:lnTo>
                  <a:lnTo>
                    <a:pt x="1700783" y="972464"/>
                  </a:lnTo>
                  <a:lnTo>
                    <a:pt x="1692290" y="1014523"/>
                  </a:lnTo>
                  <a:lnTo>
                    <a:pt x="1669129" y="1048869"/>
                  </a:lnTo>
                  <a:lnTo>
                    <a:pt x="1634775" y="1072025"/>
                  </a:lnTo>
                  <a:lnTo>
                    <a:pt x="1592706" y="1080515"/>
                  </a:lnTo>
                  <a:lnTo>
                    <a:pt x="108076" y="1080515"/>
                  </a:lnTo>
                  <a:lnTo>
                    <a:pt x="66008" y="1072025"/>
                  </a:lnTo>
                  <a:lnTo>
                    <a:pt x="31654" y="1048869"/>
                  </a:lnTo>
                  <a:lnTo>
                    <a:pt x="8493" y="1014523"/>
                  </a:lnTo>
                  <a:lnTo>
                    <a:pt x="0" y="972464"/>
                  </a:lnTo>
                  <a:lnTo>
                    <a:pt x="0" y="10805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0415016" y="5676899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5" h="1080770">
                  <a:moveTo>
                    <a:pt x="1592706" y="0"/>
                  </a:moveTo>
                  <a:lnTo>
                    <a:pt x="108076" y="0"/>
                  </a:lnTo>
                  <a:lnTo>
                    <a:pt x="66008" y="8490"/>
                  </a:lnTo>
                  <a:lnTo>
                    <a:pt x="31654" y="31646"/>
                  </a:lnTo>
                  <a:lnTo>
                    <a:pt x="8493" y="65992"/>
                  </a:lnTo>
                  <a:lnTo>
                    <a:pt x="0" y="108051"/>
                  </a:lnTo>
                  <a:lnTo>
                    <a:pt x="0" y="972464"/>
                  </a:lnTo>
                  <a:lnTo>
                    <a:pt x="8493" y="1014523"/>
                  </a:lnTo>
                  <a:lnTo>
                    <a:pt x="31654" y="1048869"/>
                  </a:lnTo>
                  <a:lnTo>
                    <a:pt x="66008" y="1072025"/>
                  </a:lnTo>
                  <a:lnTo>
                    <a:pt x="108076" y="1080516"/>
                  </a:lnTo>
                  <a:lnTo>
                    <a:pt x="1592706" y="1080516"/>
                  </a:lnTo>
                  <a:lnTo>
                    <a:pt x="1634775" y="1072025"/>
                  </a:lnTo>
                  <a:lnTo>
                    <a:pt x="1669129" y="1048869"/>
                  </a:lnTo>
                  <a:lnTo>
                    <a:pt x="1692290" y="1014523"/>
                  </a:lnTo>
                  <a:lnTo>
                    <a:pt x="1700783" y="972464"/>
                  </a:lnTo>
                  <a:lnTo>
                    <a:pt x="1700783" y="108051"/>
                  </a:lnTo>
                  <a:lnTo>
                    <a:pt x="1692290" y="65992"/>
                  </a:lnTo>
                  <a:lnTo>
                    <a:pt x="1669129" y="31646"/>
                  </a:lnTo>
                  <a:lnTo>
                    <a:pt x="1634775" y="8490"/>
                  </a:lnTo>
                  <a:lnTo>
                    <a:pt x="159270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415016" y="5676899"/>
              <a:ext cx="1701164" cy="1080770"/>
            </a:xfrm>
            <a:custGeom>
              <a:avLst/>
              <a:gdLst/>
              <a:ahLst/>
              <a:cxnLst/>
              <a:rect l="l" t="t" r="r" b="b"/>
              <a:pathLst>
                <a:path w="1701165" h="1080770">
                  <a:moveTo>
                    <a:pt x="0" y="108051"/>
                  </a:moveTo>
                  <a:lnTo>
                    <a:pt x="8493" y="65992"/>
                  </a:lnTo>
                  <a:lnTo>
                    <a:pt x="31654" y="31646"/>
                  </a:lnTo>
                  <a:lnTo>
                    <a:pt x="66008" y="8490"/>
                  </a:lnTo>
                  <a:lnTo>
                    <a:pt x="108076" y="0"/>
                  </a:lnTo>
                  <a:lnTo>
                    <a:pt x="1592706" y="0"/>
                  </a:lnTo>
                  <a:lnTo>
                    <a:pt x="1634775" y="8490"/>
                  </a:lnTo>
                  <a:lnTo>
                    <a:pt x="1669129" y="31646"/>
                  </a:lnTo>
                  <a:lnTo>
                    <a:pt x="1692290" y="65992"/>
                  </a:lnTo>
                  <a:lnTo>
                    <a:pt x="1700783" y="108051"/>
                  </a:lnTo>
                  <a:lnTo>
                    <a:pt x="1700783" y="972464"/>
                  </a:lnTo>
                  <a:lnTo>
                    <a:pt x="1692290" y="1014523"/>
                  </a:lnTo>
                  <a:lnTo>
                    <a:pt x="1669129" y="1048869"/>
                  </a:lnTo>
                  <a:lnTo>
                    <a:pt x="1634775" y="1072025"/>
                  </a:lnTo>
                  <a:lnTo>
                    <a:pt x="1592706" y="1080516"/>
                  </a:lnTo>
                  <a:lnTo>
                    <a:pt x="108076" y="1080516"/>
                  </a:lnTo>
                  <a:lnTo>
                    <a:pt x="66008" y="1072025"/>
                  </a:lnTo>
                  <a:lnTo>
                    <a:pt x="31654" y="1048869"/>
                  </a:lnTo>
                  <a:lnTo>
                    <a:pt x="8493" y="1014523"/>
                  </a:lnTo>
                  <a:lnTo>
                    <a:pt x="0" y="972464"/>
                  </a:lnTo>
                  <a:lnTo>
                    <a:pt x="0" y="108051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1000993" y="5951016"/>
            <a:ext cx="5302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Calibri"/>
                <a:cs typeface="Calibri"/>
              </a:rPr>
              <a:t>TCL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321627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latin typeface="Calibri Light"/>
                <a:cs typeface="Calibri Light"/>
              </a:rPr>
              <a:t>Data</a:t>
            </a:r>
            <a:r>
              <a:rPr sz="4000" spc="-170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Definition </a:t>
            </a:r>
            <a:r>
              <a:rPr sz="4000" dirty="0">
                <a:latin typeface="Calibri Light"/>
                <a:cs typeface="Calibri Light"/>
              </a:rPr>
              <a:t>Language</a:t>
            </a:r>
            <a:r>
              <a:rPr sz="4000" spc="-185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(DDL)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954785"/>
            <a:ext cx="5133340" cy="485203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113919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alibri"/>
                <a:cs typeface="Calibri"/>
              </a:rPr>
              <a:t>DDL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stands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ata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</a:t>
            </a:r>
            <a:r>
              <a:rPr sz="2400" spc="-10" dirty="0">
                <a:latin typeface="Calibri"/>
                <a:cs typeface="Calibri"/>
              </a:rPr>
              <a:t>efinition 	</a:t>
            </a:r>
            <a:r>
              <a:rPr sz="2400" b="1" spc="-10" dirty="0">
                <a:latin typeface="Calibri"/>
                <a:cs typeface="Calibri"/>
              </a:rPr>
              <a:t>L</a:t>
            </a:r>
            <a:r>
              <a:rPr sz="2400" spc="-10" dirty="0">
                <a:latin typeface="Calibri"/>
                <a:cs typeface="Calibri"/>
              </a:rPr>
              <a:t>anguage.</a:t>
            </a:r>
            <a:endParaRPr sz="2400">
              <a:latin typeface="Calibri"/>
              <a:cs typeface="Calibri"/>
            </a:endParaRPr>
          </a:p>
          <a:p>
            <a:pPr marL="240029" marR="214629" indent="-227329">
              <a:lnSpc>
                <a:spcPts val="259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structure 	</a:t>
            </a:r>
            <a:r>
              <a:rPr sz="2400" dirty="0">
                <a:latin typeface="Calibri"/>
                <a:cs typeface="Calibri"/>
              </a:rPr>
              <a:t>or </a:t>
            </a:r>
            <a:r>
              <a:rPr sz="2400" spc="-10" dirty="0">
                <a:latin typeface="Calibri"/>
                <a:cs typeface="Calibri"/>
              </a:rPr>
              <a:t>pattern.</a:t>
            </a:r>
            <a:endParaRPr sz="2400">
              <a:latin typeface="Calibri"/>
              <a:cs typeface="Calibri"/>
            </a:endParaRPr>
          </a:p>
          <a:p>
            <a:pPr marL="240029" marR="630555" indent="-227329">
              <a:lnSpc>
                <a:spcPct val="90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schema,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tables, 	indexes,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constraints,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etc.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spc="-10" dirty="0">
                <a:latin typeface="Calibri"/>
                <a:cs typeface="Calibri"/>
              </a:rPr>
              <a:t>database.</a:t>
            </a:r>
            <a:endParaRPr sz="2400">
              <a:latin typeface="Calibri"/>
              <a:cs typeface="Calibri"/>
            </a:endParaRPr>
          </a:p>
          <a:p>
            <a:pPr marL="240029" marR="439420" indent="-227329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DDL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statements,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can 	</a:t>
            </a: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skeleton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DDL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spc="-10" dirty="0">
                <a:latin typeface="Calibri"/>
                <a:cs typeface="Calibri"/>
              </a:rPr>
              <a:t>metadata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schemas,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names,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indexes, 	</a:t>
            </a:r>
            <a:r>
              <a:rPr sz="2400" dirty="0">
                <a:latin typeface="Calibri"/>
                <a:cs typeface="Calibri"/>
              </a:rPr>
              <a:t>columns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constraints,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32791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60" dirty="0">
                <a:latin typeface="Calibri Light"/>
                <a:cs typeface="Calibri Light"/>
              </a:rPr>
              <a:t>Tasks</a:t>
            </a:r>
            <a:r>
              <a:rPr sz="4000" spc="-14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come </a:t>
            </a:r>
            <a:r>
              <a:rPr sz="4000" dirty="0">
                <a:latin typeface="Calibri Light"/>
                <a:cs typeface="Calibri Light"/>
              </a:rPr>
              <a:t>under</a:t>
            </a:r>
            <a:r>
              <a:rPr sz="4000" spc="-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DDL</a:t>
            </a:r>
            <a:endParaRPr sz="40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083553" y="173481"/>
            <a:ext cx="751840" cy="1069340"/>
            <a:chOff x="6083553" y="173481"/>
            <a:chExt cx="751840" cy="1069340"/>
          </a:xfrm>
        </p:grpSpPr>
        <p:sp>
          <p:nvSpPr>
            <p:cNvPr id="4" name="object 4"/>
            <p:cNvSpPr/>
            <p:nvPr/>
          </p:nvSpPr>
          <p:spPr>
            <a:xfrm>
              <a:off x="6089903" y="179831"/>
              <a:ext cx="739140" cy="1056640"/>
            </a:xfrm>
            <a:custGeom>
              <a:avLst/>
              <a:gdLst/>
              <a:ahLst/>
              <a:cxnLst/>
              <a:rect l="l" t="t" r="r" b="b"/>
              <a:pathLst>
                <a:path w="739140" h="1056640">
                  <a:moveTo>
                    <a:pt x="739140" y="0"/>
                  </a:moveTo>
                  <a:lnTo>
                    <a:pt x="369570" y="369570"/>
                  </a:lnTo>
                  <a:lnTo>
                    <a:pt x="0" y="0"/>
                  </a:lnTo>
                  <a:lnTo>
                    <a:pt x="0" y="686562"/>
                  </a:lnTo>
                  <a:lnTo>
                    <a:pt x="369570" y="1056132"/>
                  </a:lnTo>
                  <a:lnTo>
                    <a:pt x="739140" y="686562"/>
                  </a:lnTo>
                  <a:lnTo>
                    <a:pt x="73914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89903" y="179831"/>
              <a:ext cx="739140" cy="1056640"/>
            </a:xfrm>
            <a:custGeom>
              <a:avLst/>
              <a:gdLst/>
              <a:ahLst/>
              <a:cxnLst/>
              <a:rect l="l" t="t" r="r" b="b"/>
              <a:pathLst>
                <a:path w="739140" h="1056640">
                  <a:moveTo>
                    <a:pt x="739140" y="0"/>
                  </a:moveTo>
                  <a:lnTo>
                    <a:pt x="739140" y="686562"/>
                  </a:lnTo>
                  <a:lnTo>
                    <a:pt x="369570" y="1056132"/>
                  </a:lnTo>
                  <a:lnTo>
                    <a:pt x="0" y="686562"/>
                  </a:lnTo>
                  <a:lnTo>
                    <a:pt x="0" y="0"/>
                  </a:lnTo>
                  <a:lnTo>
                    <a:pt x="369570" y="369570"/>
                  </a:lnTo>
                  <a:lnTo>
                    <a:pt x="739140" y="0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204330" y="577087"/>
            <a:ext cx="51308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Create: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29043" y="179831"/>
            <a:ext cx="4650105" cy="685800"/>
          </a:xfrm>
          <a:custGeom>
            <a:avLst/>
            <a:gdLst/>
            <a:ahLst/>
            <a:cxnLst/>
            <a:rect l="l" t="t" r="r" b="b"/>
            <a:pathLst>
              <a:path w="4650105" h="685800">
                <a:moveTo>
                  <a:pt x="4649724" y="114300"/>
                </a:moveTo>
                <a:lnTo>
                  <a:pt x="4649724" y="571500"/>
                </a:lnTo>
                <a:lnTo>
                  <a:pt x="4640740" y="615987"/>
                </a:lnTo>
                <a:lnTo>
                  <a:pt x="4616243" y="652319"/>
                </a:lnTo>
                <a:lnTo>
                  <a:pt x="4579911" y="676816"/>
                </a:lnTo>
                <a:lnTo>
                  <a:pt x="4535424" y="685800"/>
                </a:lnTo>
                <a:lnTo>
                  <a:pt x="0" y="685800"/>
                </a:lnTo>
                <a:lnTo>
                  <a:pt x="0" y="0"/>
                </a:lnTo>
                <a:lnTo>
                  <a:pt x="4535424" y="0"/>
                </a:lnTo>
                <a:lnTo>
                  <a:pt x="4579911" y="8983"/>
                </a:lnTo>
                <a:lnTo>
                  <a:pt x="4616243" y="33480"/>
                </a:lnTo>
                <a:lnTo>
                  <a:pt x="4640740" y="69812"/>
                </a:lnTo>
                <a:lnTo>
                  <a:pt x="4649724" y="114300"/>
                </a:lnTo>
                <a:close/>
              </a:path>
            </a:pathLst>
          </a:custGeom>
          <a:ln w="1270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835393" y="171399"/>
            <a:ext cx="4573905" cy="640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indent="-227965">
              <a:lnSpc>
                <a:spcPts val="2420"/>
              </a:lnSpc>
              <a:spcBef>
                <a:spcPts val="100"/>
              </a:spcBef>
              <a:buChar char="•"/>
              <a:tabLst>
                <a:tab pos="371475" algn="l"/>
              </a:tabLst>
            </a:pPr>
            <a:r>
              <a:rPr sz="2100" dirty="0">
                <a:latin typeface="Calibri"/>
                <a:cs typeface="Calibri"/>
              </a:rPr>
              <a:t>It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used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create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objects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the</a:t>
            </a:r>
            <a:endParaRPr sz="2100">
              <a:latin typeface="Calibri"/>
              <a:cs typeface="Calibri"/>
            </a:endParaRPr>
          </a:p>
          <a:p>
            <a:pPr marL="372110">
              <a:lnSpc>
                <a:spcPts val="2420"/>
              </a:lnSpc>
            </a:pPr>
            <a:r>
              <a:rPr sz="2100" spc="-10" dirty="0">
                <a:latin typeface="Calibri"/>
                <a:cs typeface="Calibri"/>
              </a:rPr>
              <a:t>database.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083553" y="1132077"/>
            <a:ext cx="751840" cy="1069340"/>
            <a:chOff x="6083553" y="1132077"/>
            <a:chExt cx="751840" cy="1069340"/>
          </a:xfrm>
        </p:grpSpPr>
        <p:sp>
          <p:nvSpPr>
            <p:cNvPr id="10" name="object 10"/>
            <p:cNvSpPr/>
            <p:nvPr/>
          </p:nvSpPr>
          <p:spPr>
            <a:xfrm>
              <a:off x="6089903" y="1138427"/>
              <a:ext cx="739140" cy="1056640"/>
            </a:xfrm>
            <a:custGeom>
              <a:avLst/>
              <a:gdLst/>
              <a:ahLst/>
              <a:cxnLst/>
              <a:rect l="l" t="t" r="r" b="b"/>
              <a:pathLst>
                <a:path w="739140" h="1056639">
                  <a:moveTo>
                    <a:pt x="739140" y="0"/>
                  </a:moveTo>
                  <a:lnTo>
                    <a:pt x="369570" y="369570"/>
                  </a:lnTo>
                  <a:lnTo>
                    <a:pt x="0" y="0"/>
                  </a:lnTo>
                  <a:lnTo>
                    <a:pt x="0" y="686562"/>
                  </a:lnTo>
                  <a:lnTo>
                    <a:pt x="369570" y="1056132"/>
                  </a:lnTo>
                  <a:lnTo>
                    <a:pt x="739140" y="686562"/>
                  </a:lnTo>
                  <a:lnTo>
                    <a:pt x="739140" y="0"/>
                  </a:lnTo>
                  <a:close/>
                </a:path>
              </a:pathLst>
            </a:custGeom>
            <a:solidFill>
              <a:srgbClr val="54C3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89903" y="1138427"/>
              <a:ext cx="739140" cy="1056640"/>
            </a:xfrm>
            <a:custGeom>
              <a:avLst/>
              <a:gdLst/>
              <a:ahLst/>
              <a:cxnLst/>
              <a:rect l="l" t="t" r="r" b="b"/>
              <a:pathLst>
                <a:path w="739140" h="1056639">
                  <a:moveTo>
                    <a:pt x="739140" y="0"/>
                  </a:moveTo>
                  <a:lnTo>
                    <a:pt x="739140" y="686562"/>
                  </a:lnTo>
                  <a:lnTo>
                    <a:pt x="369570" y="1056132"/>
                  </a:lnTo>
                  <a:lnTo>
                    <a:pt x="0" y="686562"/>
                  </a:lnTo>
                  <a:lnTo>
                    <a:pt x="0" y="0"/>
                  </a:lnTo>
                  <a:lnTo>
                    <a:pt x="369570" y="369570"/>
                  </a:lnTo>
                  <a:lnTo>
                    <a:pt x="739140" y="0"/>
                  </a:lnTo>
                  <a:close/>
                </a:path>
              </a:pathLst>
            </a:custGeom>
            <a:ln w="12700">
              <a:solidFill>
                <a:srgbClr val="54C3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257671" y="1535937"/>
            <a:ext cx="4064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Alter: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29043" y="1138427"/>
            <a:ext cx="4650105" cy="685800"/>
          </a:xfrm>
          <a:custGeom>
            <a:avLst/>
            <a:gdLst/>
            <a:ahLst/>
            <a:cxnLst/>
            <a:rect l="l" t="t" r="r" b="b"/>
            <a:pathLst>
              <a:path w="4650105" h="685800">
                <a:moveTo>
                  <a:pt x="4649724" y="114300"/>
                </a:moveTo>
                <a:lnTo>
                  <a:pt x="4649724" y="571500"/>
                </a:lnTo>
                <a:lnTo>
                  <a:pt x="4640740" y="615987"/>
                </a:lnTo>
                <a:lnTo>
                  <a:pt x="4616243" y="652319"/>
                </a:lnTo>
                <a:lnTo>
                  <a:pt x="4579911" y="676816"/>
                </a:lnTo>
                <a:lnTo>
                  <a:pt x="4535424" y="685800"/>
                </a:lnTo>
                <a:lnTo>
                  <a:pt x="0" y="685800"/>
                </a:lnTo>
                <a:lnTo>
                  <a:pt x="0" y="0"/>
                </a:lnTo>
                <a:lnTo>
                  <a:pt x="4535424" y="0"/>
                </a:lnTo>
                <a:lnTo>
                  <a:pt x="4579911" y="8983"/>
                </a:lnTo>
                <a:lnTo>
                  <a:pt x="4616243" y="33480"/>
                </a:lnTo>
                <a:lnTo>
                  <a:pt x="4640740" y="69812"/>
                </a:lnTo>
                <a:lnTo>
                  <a:pt x="4649724" y="114300"/>
                </a:lnTo>
                <a:close/>
              </a:path>
            </a:pathLst>
          </a:custGeom>
          <a:ln w="12700">
            <a:solidFill>
              <a:srgbClr val="54C3C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835393" y="1130249"/>
            <a:ext cx="4573905" cy="640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indent="-227965">
              <a:lnSpc>
                <a:spcPts val="2420"/>
              </a:lnSpc>
              <a:spcBef>
                <a:spcPts val="100"/>
              </a:spcBef>
              <a:buChar char="•"/>
              <a:tabLst>
                <a:tab pos="371475" algn="l"/>
              </a:tabLst>
            </a:pPr>
            <a:r>
              <a:rPr sz="2100" dirty="0">
                <a:latin typeface="Calibri"/>
                <a:cs typeface="Calibri"/>
              </a:rPr>
              <a:t>It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used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alter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structure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the</a:t>
            </a:r>
            <a:endParaRPr sz="2100">
              <a:latin typeface="Calibri"/>
              <a:cs typeface="Calibri"/>
            </a:endParaRPr>
          </a:p>
          <a:p>
            <a:pPr marL="372110">
              <a:lnSpc>
                <a:spcPts val="2420"/>
              </a:lnSpc>
            </a:pPr>
            <a:r>
              <a:rPr sz="2100" spc="-10" dirty="0">
                <a:latin typeface="Calibri"/>
                <a:cs typeface="Calibri"/>
              </a:rPr>
              <a:t>database.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083553" y="2090673"/>
            <a:ext cx="751840" cy="1069340"/>
            <a:chOff x="6083553" y="2090673"/>
            <a:chExt cx="751840" cy="1069340"/>
          </a:xfrm>
        </p:grpSpPr>
        <p:sp>
          <p:nvSpPr>
            <p:cNvPr id="16" name="object 16"/>
            <p:cNvSpPr/>
            <p:nvPr/>
          </p:nvSpPr>
          <p:spPr>
            <a:xfrm>
              <a:off x="6089903" y="2097023"/>
              <a:ext cx="739140" cy="1056640"/>
            </a:xfrm>
            <a:custGeom>
              <a:avLst/>
              <a:gdLst/>
              <a:ahLst/>
              <a:cxnLst/>
              <a:rect l="l" t="t" r="r" b="b"/>
              <a:pathLst>
                <a:path w="739140" h="1056639">
                  <a:moveTo>
                    <a:pt x="739140" y="0"/>
                  </a:moveTo>
                  <a:lnTo>
                    <a:pt x="369570" y="369570"/>
                  </a:lnTo>
                  <a:lnTo>
                    <a:pt x="0" y="0"/>
                  </a:lnTo>
                  <a:lnTo>
                    <a:pt x="0" y="686562"/>
                  </a:lnTo>
                  <a:lnTo>
                    <a:pt x="369570" y="1056131"/>
                  </a:lnTo>
                  <a:lnTo>
                    <a:pt x="739140" y="686562"/>
                  </a:lnTo>
                  <a:lnTo>
                    <a:pt x="739140" y="0"/>
                  </a:lnTo>
                  <a:close/>
                </a:path>
              </a:pathLst>
            </a:custGeom>
            <a:solidFill>
              <a:srgbClr val="50C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89903" y="2097023"/>
              <a:ext cx="739140" cy="1056640"/>
            </a:xfrm>
            <a:custGeom>
              <a:avLst/>
              <a:gdLst/>
              <a:ahLst/>
              <a:cxnLst/>
              <a:rect l="l" t="t" r="r" b="b"/>
              <a:pathLst>
                <a:path w="739140" h="1056639">
                  <a:moveTo>
                    <a:pt x="739140" y="0"/>
                  </a:moveTo>
                  <a:lnTo>
                    <a:pt x="739140" y="686562"/>
                  </a:lnTo>
                  <a:lnTo>
                    <a:pt x="369570" y="1056131"/>
                  </a:lnTo>
                  <a:lnTo>
                    <a:pt x="0" y="686562"/>
                  </a:lnTo>
                  <a:lnTo>
                    <a:pt x="0" y="0"/>
                  </a:lnTo>
                  <a:lnTo>
                    <a:pt x="369570" y="369570"/>
                  </a:lnTo>
                  <a:lnTo>
                    <a:pt x="739140" y="0"/>
                  </a:lnTo>
                  <a:close/>
                </a:path>
              </a:pathLst>
            </a:custGeom>
            <a:ln w="12700">
              <a:solidFill>
                <a:srgbClr val="50C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56146" y="2494914"/>
            <a:ext cx="40767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Drop: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829043" y="2097023"/>
            <a:ext cx="4650105" cy="685800"/>
          </a:xfrm>
          <a:custGeom>
            <a:avLst/>
            <a:gdLst/>
            <a:ahLst/>
            <a:cxnLst/>
            <a:rect l="l" t="t" r="r" b="b"/>
            <a:pathLst>
              <a:path w="4650105" h="685800">
                <a:moveTo>
                  <a:pt x="4649724" y="114300"/>
                </a:moveTo>
                <a:lnTo>
                  <a:pt x="4649724" y="571500"/>
                </a:lnTo>
                <a:lnTo>
                  <a:pt x="4640740" y="615987"/>
                </a:lnTo>
                <a:lnTo>
                  <a:pt x="4616243" y="652319"/>
                </a:lnTo>
                <a:lnTo>
                  <a:pt x="4579911" y="676816"/>
                </a:lnTo>
                <a:lnTo>
                  <a:pt x="4535424" y="685800"/>
                </a:lnTo>
                <a:lnTo>
                  <a:pt x="0" y="685800"/>
                </a:lnTo>
                <a:lnTo>
                  <a:pt x="0" y="0"/>
                </a:lnTo>
                <a:lnTo>
                  <a:pt x="4535424" y="0"/>
                </a:lnTo>
                <a:lnTo>
                  <a:pt x="4579911" y="8983"/>
                </a:lnTo>
                <a:lnTo>
                  <a:pt x="4616243" y="33480"/>
                </a:lnTo>
                <a:lnTo>
                  <a:pt x="4640740" y="69812"/>
                </a:lnTo>
                <a:lnTo>
                  <a:pt x="4649724" y="114300"/>
                </a:lnTo>
                <a:close/>
              </a:path>
            </a:pathLst>
          </a:custGeom>
          <a:ln w="12700">
            <a:solidFill>
              <a:srgbClr val="50C7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835393" y="2089530"/>
            <a:ext cx="4573905" cy="640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indent="-227965">
              <a:lnSpc>
                <a:spcPts val="2420"/>
              </a:lnSpc>
              <a:spcBef>
                <a:spcPts val="100"/>
              </a:spcBef>
              <a:buChar char="•"/>
              <a:tabLst>
                <a:tab pos="371475" algn="l"/>
              </a:tabLst>
            </a:pPr>
            <a:r>
              <a:rPr sz="2100" dirty="0">
                <a:latin typeface="Calibri"/>
                <a:cs typeface="Calibri"/>
              </a:rPr>
              <a:t>It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used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delete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objects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from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the</a:t>
            </a:r>
            <a:endParaRPr sz="2100">
              <a:latin typeface="Calibri"/>
              <a:cs typeface="Calibri"/>
            </a:endParaRPr>
          </a:p>
          <a:p>
            <a:pPr marL="372110">
              <a:lnSpc>
                <a:spcPts val="2420"/>
              </a:lnSpc>
            </a:pPr>
            <a:r>
              <a:rPr sz="2100" spc="-10" dirty="0">
                <a:latin typeface="Calibri"/>
                <a:cs typeface="Calibri"/>
              </a:rPr>
              <a:t>database.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083553" y="3049270"/>
            <a:ext cx="751840" cy="1069340"/>
            <a:chOff x="6083553" y="3049270"/>
            <a:chExt cx="751840" cy="1069340"/>
          </a:xfrm>
        </p:grpSpPr>
        <p:sp>
          <p:nvSpPr>
            <p:cNvPr id="22" name="object 22"/>
            <p:cNvSpPr/>
            <p:nvPr/>
          </p:nvSpPr>
          <p:spPr>
            <a:xfrm>
              <a:off x="6089903" y="3055620"/>
              <a:ext cx="739140" cy="1056640"/>
            </a:xfrm>
            <a:custGeom>
              <a:avLst/>
              <a:gdLst/>
              <a:ahLst/>
              <a:cxnLst/>
              <a:rect l="l" t="t" r="r" b="b"/>
              <a:pathLst>
                <a:path w="739140" h="1056639">
                  <a:moveTo>
                    <a:pt x="739140" y="0"/>
                  </a:moveTo>
                  <a:lnTo>
                    <a:pt x="369570" y="369569"/>
                  </a:lnTo>
                  <a:lnTo>
                    <a:pt x="0" y="0"/>
                  </a:lnTo>
                  <a:lnTo>
                    <a:pt x="0" y="686561"/>
                  </a:lnTo>
                  <a:lnTo>
                    <a:pt x="369570" y="1056131"/>
                  </a:lnTo>
                  <a:lnTo>
                    <a:pt x="739140" y="686561"/>
                  </a:lnTo>
                  <a:lnTo>
                    <a:pt x="739140" y="0"/>
                  </a:lnTo>
                  <a:close/>
                </a:path>
              </a:pathLst>
            </a:custGeom>
            <a:solidFill>
              <a:srgbClr val="4AC1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89903" y="3055620"/>
              <a:ext cx="739140" cy="1056640"/>
            </a:xfrm>
            <a:custGeom>
              <a:avLst/>
              <a:gdLst/>
              <a:ahLst/>
              <a:cxnLst/>
              <a:rect l="l" t="t" r="r" b="b"/>
              <a:pathLst>
                <a:path w="739140" h="1056639">
                  <a:moveTo>
                    <a:pt x="739140" y="0"/>
                  </a:moveTo>
                  <a:lnTo>
                    <a:pt x="739140" y="686561"/>
                  </a:lnTo>
                  <a:lnTo>
                    <a:pt x="369570" y="1056131"/>
                  </a:lnTo>
                  <a:lnTo>
                    <a:pt x="0" y="686561"/>
                  </a:lnTo>
                  <a:lnTo>
                    <a:pt x="0" y="0"/>
                  </a:lnTo>
                  <a:lnTo>
                    <a:pt x="369570" y="369569"/>
                  </a:lnTo>
                  <a:lnTo>
                    <a:pt x="739140" y="0"/>
                  </a:lnTo>
                  <a:close/>
                </a:path>
              </a:pathLst>
            </a:custGeom>
            <a:ln w="12700">
              <a:solidFill>
                <a:srgbClr val="4AC1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129654" y="3453765"/>
            <a:ext cx="6604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0" dirty="0">
                <a:solidFill>
                  <a:srgbClr val="FFFFFF"/>
                </a:solidFill>
                <a:latin typeface="Calibri"/>
                <a:cs typeface="Calibri"/>
              </a:rPr>
              <a:t>Truncate: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829043" y="3055620"/>
            <a:ext cx="4650105" cy="685800"/>
          </a:xfrm>
          <a:custGeom>
            <a:avLst/>
            <a:gdLst/>
            <a:ahLst/>
            <a:cxnLst/>
            <a:rect l="l" t="t" r="r" b="b"/>
            <a:pathLst>
              <a:path w="4650105" h="685800">
                <a:moveTo>
                  <a:pt x="4649724" y="114300"/>
                </a:moveTo>
                <a:lnTo>
                  <a:pt x="4649724" y="571499"/>
                </a:lnTo>
                <a:lnTo>
                  <a:pt x="4640740" y="615987"/>
                </a:lnTo>
                <a:lnTo>
                  <a:pt x="4616243" y="652319"/>
                </a:lnTo>
                <a:lnTo>
                  <a:pt x="4579911" y="676816"/>
                </a:lnTo>
                <a:lnTo>
                  <a:pt x="4535424" y="685799"/>
                </a:lnTo>
                <a:lnTo>
                  <a:pt x="0" y="685799"/>
                </a:lnTo>
                <a:lnTo>
                  <a:pt x="0" y="0"/>
                </a:lnTo>
                <a:lnTo>
                  <a:pt x="4535424" y="0"/>
                </a:lnTo>
                <a:lnTo>
                  <a:pt x="4579911" y="8983"/>
                </a:lnTo>
                <a:lnTo>
                  <a:pt x="4616243" y="33480"/>
                </a:lnTo>
                <a:lnTo>
                  <a:pt x="4640740" y="69812"/>
                </a:lnTo>
                <a:lnTo>
                  <a:pt x="4649724" y="114300"/>
                </a:lnTo>
                <a:close/>
              </a:path>
            </a:pathLst>
          </a:custGeom>
          <a:ln w="12700">
            <a:solidFill>
              <a:srgbClr val="4AC1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835393" y="3048380"/>
            <a:ext cx="4573905" cy="640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indent="-227965">
              <a:lnSpc>
                <a:spcPts val="2420"/>
              </a:lnSpc>
              <a:spcBef>
                <a:spcPts val="100"/>
              </a:spcBef>
              <a:buChar char="•"/>
              <a:tabLst>
                <a:tab pos="371475" algn="l"/>
              </a:tabLst>
            </a:pPr>
            <a:r>
              <a:rPr sz="2100" dirty="0">
                <a:latin typeface="Calibri"/>
                <a:cs typeface="Calibri"/>
              </a:rPr>
              <a:t>It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used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remove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all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records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from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50" dirty="0">
                <a:latin typeface="Calibri"/>
                <a:cs typeface="Calibri"/>
              </a:rPr>
              <a:t>a</a:t>
            </a:r>
            <a:endParaRPr sz="2100">
              <a:latin typeface="Calibri"/>
              <a:cs typeface="Calibri"/>
            </a:endParaRPr>
          </a:p>
          <a:p>
            <a:pPr marL="372110">
              <a:lnSpc>
                <a:spcPts val="2420"/>
              </a:lnSpc>
            </a:pPr>
            <a:r>
              <a:rPr sz="2100" spc="-10" dirty="0">
                <a:latin typeface="Calibri"/>
                <a:cs typeface="Calibri"/>
              </a:rPr>
              <a:t>table.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083553" y="4007865"/>
            <a:ext cx="751840" cy="1069340"/>
            <a:chOff x="6083553" y="4007865"/>
            <a:chExt cx="751840" cy="1069340"/>
          </a:xfrm>
        </p:grpSpPr>
        <p:sp>
          <p:nvSpPr>
            <p:cNvPr id="28" name="object 28"/>
            <p:cNvSpPr/>
            <p:nvPr/>
          </p:nvSpPr>
          <p:spPr>
            <a:xfrm>
              <a:off x="6089903" y="4014215"/>
              <a:ext cx="739140" cy="1056640"/>
            </a:xfrm>
            <a:custGeom>
              <a:avLst/>
              <a:gdLst/>
              <a:ahLst/>
              <a:cxnLst/>
              <a:rect l="l" t="t" r="r" b="b"/>
              <a:pathLst>
                <a:path w="739140" h="1056639">
                  <a:moveTo>
                    <a:pt x="739140" y="0"/>
                  </a:moveTo>
                  <a:lnTo>
                    <a:pt x="369570" y="369569"/>
                  </a:lnTo>
                  <a:lnTo>
                    <a:pt x="0" y="0"/>
                  </a:lnTo>
                  <a:lnTo>
                    <a:pt x="0" y="686561"/>
                  </a:lnTo>
                  <a:lnTo>
                    <a:pt x="369570" y="1056131"/>
                  </a:lnTo>
                  <a:lnTo>
                    <a:pt x="739140" y="686561"/>
                  </a:lnTo>
                  <a:lnTo>
                    <a:pt x="739140" y="0"/>
                  </a:lnTo>
                  <a:close/>
                </a:path>
              </a:pathLst>
            </a:custGeom>
            <a:solidFill>
              <a:srgbClr val="49B9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089903" y="4014215"/>
              <a:ext cx="739140" cy="1056640"/>
            </a:xfrm>
            <a:custGeom>
              <a:avLst/>
              <a:gdLst/>
              <a:ahLst/>
              <a:cxnLst/>
              <a:rect l="l" t="t" r="r" b="b"/>
              <a:pathLst>
                <a:path w="739140" h="1056639">
                  <a:moveTo>
                    <a:pt x="739140" y="0"/>
                  </a:moveTo>
                  <a:lnTo>
                    <a:pt x="739140" y="686561"/>
                  </a:lnTo>
                  <a:lnTo>
                    <a:pt x="369570" y="1056131"/>
                  </a:lnTo>
                  <a:lnTo>
                    <a:pt x="0" y="686561"/>
                  </a:lnTo>
                  <a:lnTo>
                    <a:pt x="0" y="0"/>
                  </a:lnTo>
                  <a:lnTo>
                    <a:pt x="369570" y="369569"/>
                  </a:lnTo>
                  <a:lnTo>
                    <a:pt x="739140" y="0"/>
                  </a:lnTo>
                  <a:close/>
                </a:path>
              </a:pathLst>
            </a:custGeom>
            <a:ln w="12700">
              <a:solidFill>
                <a:srgbClr val="49B9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146419" y="4412741"/>
            <a:ext cx="62928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Rename: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829043" y="4014215"/>
            <a:ext cx="4650105" cy="685800"/>
          </a:xfrm>
          <a:custGeom>
            <a:avLst/>
            <a:gdLst/>
            <a:ahLst/>
            <a:cxnLst/>
            <a:rect l="l" t="t" r="r" b="b"/>
            <a:pathLst>
              <a:path w="4650105" h="685800">
                <a:moveTo>
                  <a:pt x="4649724" y="114299"/>
                </a:moveTo>
                <a:lnTo>
                  <a:pt x="4649724" y="571499"/>
                </a:lnTo>
                <a:lnTo>
                  <a:pt x="4640740" y="615987"/>
                </a:lnTo>
                <a:lnTo>
                  <a:pt x="4616243" y="652319"/>
                </a:lnTo>
                <a:lnTo>
                  <a:pt x="4579911" y="676816"/>
                </a:lnTo>
                <a:lnTo>
                  <a:pt x="4535424" y="685799"/>
                </a:lnTo>
                <a:lnTo>
                  <a:pt x="0" y="685799"/>
                </a:lnTo>
                <a:lnTo>
                  <a:pt x="0" y="0"/>
                </a:lnTo>
                <a:lnTo>
                  <a:pt x="4535424" y="0"/>
                </a:lnTo>
                <a:lnTo>
                  <a:pt x="4579911" y="8983"/>
                </a:lnTo>
                <a:lnTo>
                  <a:pt x="4616243" y="33480"/>
                </a:lnTo>
                <a:lnTo>
                  <a:pt x="4640740" y="69812"/>
                </a:lnTo>
                <a:lnTo>
                  <a:pt x="4649724" y="114299"/>
                </a:lnTo>
                <a:close/>
              </a:path>
            </a:pathLst>
          </a:custGeom>
          <a:ln w="12700">
            <a:solidFill>
              <a:srgbClr val="49B9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835393" y="4153916"/>
            <a:ext cx="45739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indent="-227965">
              <a:lnSpc>
                <a:spcPct val="100000"/>
              </a:lnSpc>
              <a:spcBef>
                <a:spcPts val="100"/>
              </a:spcBef>
              <a:buChar char="•"/>
              <a:tabLst>
                <a:tab pos="371475" algn="l"/>
              </a:tabLst>
            </a:pPr>
            <a:r>
              <a:rPr sz="2100" dirty="0">
                <a:latin typeface="Calibri"/>
                <a:cs typeface="Calibri"/>
              </a:rPr>
              <a:t>It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used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rename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object.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083553" y="4966461"/>
            <a:ext cx="751840" cy="1069340"/>
            <a:chOff x="6083553" y="4966461"/>
            <a:chExt cx="751840" cy="1069340"/>
          </a:xfrm>
        </p:grpSpPr>
        <p:sp>
          <p:nvSpPr>
            <p:cNvPr id="34" name="object 34"/>
            <p:cNvSpPr/>
            <p:nvPr/>
          </p:nvSpPr>
          <p:spPr>
            <a:xfrm>
              <a:off x="6089903" y="4972811"/>
              <a:ext cx="739140" cy="1056640"/>
            </a:xfrm>
            <a:custGeom>
              <a:avLst/>
              <a:gdLst/>
              <a:ahLst/>
              <a:cxnLst/>
              <a:rect l="l" t="t" r="r" b="b"/>
              <a:pathLst>
                <a:path w="739140" h="1056639">
                  <a:moveTo>
                    <a:pt x="739140" y="0"/>
                  </a:moveTo>
                  <a:lnTo>
                    <a:pt x="369570" y="369569"/>
                  </a:lnTo>
                  <a:lnTo>
                    <a:pt x="0" y="0"/>
                  </a:lnTo>
                  <a:lnTo>
                    <a:pt x="0" y="686562"/>
                  </a:lnTo>
                  <a:lnTo>
                    <a:pt x="369570" y="1056132"/>
                  </a:lnTo>
                  <a:lnTo>
                    <a:pt x="739140" y="686562"/>
                  </a:lnTo>
                  <a:lnTo>
                    <a:pt x="739140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89903" y="4972811"/>
              <a:ext cx="739140" cy="1056640"/>
            </a:xfrm>
            <a:custGeom>
              <a:avLst/>
              <a:gdLst/>
              <a:ahLst/>
              <a:cxnLst/>
              <a:rect l="l" t="t" r="r" b="b"/>
              <a:pathLst>
                <a:path w="739140" h="1056639">
                  <a:moveTo>
                    <a:pt x="739140" y="0"/>
                  </a:moveTo>
                  <a:lnTo>
                    <a:pt x="739140" y="686562"/>
                  </a:lnTo>
                  <a:lnTo>
                    <a:pt x="369570" y="1056132"/>
                  </a:lnTo>
                  <a:lnTo>
                    <a:pt x="0" y="686562"/>
                  </a:lnTo>
                  <a:lnTo>
                    <a:pt x="0" y="0"/>
                  </a:lnTo>
                  <a:lnTo>
                    <a:pt x="369570" y="369569"/>
                  </a:lnTo>
                  <a:lnTo>
                    <a:pt x="739140" y="0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090030" y="5371591"/>
            <a:ext cx="7404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Comment: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829043" y="4972811"/>
            <a:ext cx="4650105" cy="685800"/>
          </a:xfrm>
          <a:custGeom>
            <a:avLst/>
            <a:gdLst/>
            <a:ahLst/>
            <a:cxnLst/>
            <a:rect l="l" t="t" r="r" b="b"/>
            <a:pathLst>
              <a:path w="4650105" h="685800">
                <a:moveTo>
                  <a:pt x="4649724" y="114300"/>
                </a:moveTo>
                <a:lnTo>
                  <a:pt x="4649724" y="571500"/>
                </a:lnTo>
                <a:lnTo>
                  <a:pt x="4640740" y="615987"/>
                </a:lnTo>
                <a:lnTo>
                  <a:pt x="4616243" y="652319"/>
                </a:lnTo>
                <a:lnTo>
                  <a:pt x="4579911" y="676816"/>
                </a:lnTo>
                <a:lnTo>
                  <a:pt x="4535424" y="685800"/>
                </a:lnTo>
                <a:lnTo>
                  <a:pt x="0" y="685800"/>
                </a:lnTo>
                <a:lnTo>
                  <a:pt x="0" y="0"/>
                </a:lnTo>
                <a:lnTo>
                  <a:pt x="4535424" y="0"/>
                </a:lnTo>
                <a:lnTo>
                  <a:pt x="4579911" y="8983"/>
                </a:lnTo>
                <a:lnTo>
                  <a:pt x="4616243" y="33480"/>
                </a:lnTo>
                <a:lnTo>
                  <a:pt x="4640740" y="69812"/>
                </a:lnTo>
                <a:lnTo>
                  <a:pt x="4649724" y="114300"/>
                </a:lnTo>
                <a:close/>
              </a:path>
            </a:pathLst>
          </a:custGeom>
          <a:ln w="12700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835393" y="4966208"/>
            <a:ext cx="4573905" cy="6400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72110" marR="545465" indent="-228600">
              <a:lnSpc>
                <a:spcPts val="2320"/>
              </a:lnSpc>
              <a:spcBef>
                <a:spcPts val="340"/>
              </a:spcBef>
              <a:buChar char="•"/>
              <a:tabLst>
                <a:tab pos="372110" algn="l"/>
              </a:tabLst>
            </a:pPr>
            <a:r>
              <a:rPr sz="2100" dirty="0">
                <a:latin typeface="Calibri"/>
                <a:cs typeface="Calibri"/>
              </a:rPr>
              <a:t>It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used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comment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on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data </a:t>
            </a:r>
            <a:r>
              <a:rPr sz="2100" spc="-10" dirty="0">
                <a:latin typeface="Calibri"/>
                <a:cs typeface="Calibri"/>
              </a:rPr>
              <a:t>dictionary.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968244" y="6271361"/>
            <a:ext cx="86112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These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commands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update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schema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that's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under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DDL.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spc="-20" dirty="0"/>
              <a:t>Data </a:t>
            </a:r>
            <a:r>
              <a:rPr spc="-10" dirty="0"/>
              <a:t>Manipulation </a:t>
            </a:r>
            <a:r>
              <a:rPr dirty="0"/>
              <a:t>Language</a:t>
            </a:r>
            <a:r>
              <a:rPr spc="-185" dirty="0"/>
              <a:t> </a:t>
            </a:r>
            <a:r>
              <a:rPr spc="-20" dirty="0"/>
              <a:t>(DML)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70167" y="2398903"/>
            <a:ext cx="4516120" cy="19627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alibri"/>
                <a:cs typeface="Calibri"/>
              </a:rPr>
              <a:t>DML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stands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ata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</a:t>
            </a:r>
            <a:r>
              <a:rPr sz="2400" spc="-10" dirty="0">
                <a:latin typeface="Calibri"/>
                <a:cs typeface="Calibri"/>
              </a:rPr>
              <a:t>anipulation 	</a:t>
            </a:r>
            <a:r>
              <a:rPr sz="2400" b="1" spc="-10" dirty="0">
                <a:latin typeface="Calibri"/>
                <a:cs typeface="Calibri"/>
              </a:rPr>
              <a:t>L</a:t>
            </a:r>
            <a:r>
              <a:rPr sz="2400" spc="-10" dirty="0">
                <a:latin typeface="Calibri"/>
                <a:cs typeface="Calibri"/>
              </a:rPr>
              <a:t>anguage.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spcBef>
                <a:spcPts val="68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manipulating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handles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requests.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32791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60" dirty="0">
                <a:latin typeface="Calibri Light"/>
                <a:cs typeface="Calibri Light"/>
              </a:rPr>
              <a:t>Tasks</a:t>
            </a:r>
            <a:r>
              <a:rPr sz="4000" spc="-14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come </a:t>
            </a:r>
            <a:r>
              <a:rPr sz="4000" dirty="0">
                <a:latin typeface="Calibri Light"/>
                <a:cs typeface="Calibri Light"/>
              </a:rPr>
              <a:t>under</a:t>
            </a:r>
            <a:r>
              <a:rPr sz="4000" spc="-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DML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04559" y="181355"/>
            <a:ext cx="1663064" cy="1240790"/>
          </a:xfrm>
          <a:custGeom>
            <a:avLst/>
            <a:gdLst/>
            <a:ahLst/>
            <a:cxnLst/>
            <a:rect l="l" t="t" r="r" b="b"/>
            <a:pathLst>
              <a:path w="1663065" h="1240790">
                <a:moveTo>
                  <a:pt x="99187" y="0"/>
                </a:moveTo>
                <a:lnTo>
                  <a:pt x="1563496" y="0"/>
                </a:lnTo>
                <a:lnTo>
                  <a:pt x="1602087" y="7800"/>
                </a:lnTo>
                <a:lnTo>
                  <a:pt x="1633616" y="29067"/>
                </a:lnTo>
                <a:lnTo>
                  <a:pt x="1654883" y="60596"/>
                </a:lnTo>
                <a:lnTo>
                  <a:pt x="1662684" y="99187"/>
                </a:lnTo>
                <a:lnTo>
                  <a:pt x="1662684" y="1240536"/>
                </a:lnTo>
                <a:lnTo>
                  <a:pt x="0" y="1240536"/>
                </a:lnTo>
                <a:lnTo>
                  <a:pt x="0" y="99187"/>
                </a:lnTo>
                <a:lnTo>
                  <a:pt x="7800" y="60596"/>
                </a:lnTo>
                <a:lnTo>
                  <a:pt x="29067" y="29067"/>
                </a:lnTo>
                <a:lnTo>
                  <a:pt x="60596" y="7800"/>
                </a:lnTo>
                <a:lnTo>
                  <a:pt x="99187" y="0"/>
                </a:lnTo>
                <a:close/>
              </a:path>
            </a:pathLst>
          </a:custGeom>
          <a:ln w="1270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42152" y="225043"/>
            <a:ext cx="1587500" cy="71564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83515" marR="5080" indent="-171450">
              <a:lnSpc>
                <a:spcPct val="91600"/>
              </a:lnSpc>
              <a:spcBef>
                <a:spcPts val="254"/>
              </a:spcBef>
              <a:buChar char="•"/>
              <a:tabLst>
                <a:tab pos="184785" algn="l"/>
              </a:tabLst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used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to 	</a:t>
            </a:r>
            <a:r>
              <a:rPr sz="1600" spc="-10" dirty="0">
                <a:latin typeface="Calibri"/>
                <a:cs typeface="Calibri"/>
              </a:rPr>
              <a:t>retrieve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data 	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database.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04559" y="1421891"/>
            <a:ext cx="1663064" cy="533400"/>
          </a:xfrm>
          <a:custGeom>
            <a:avLst/>
            <a:gdLst/>
            <a:ahLst/>
            <a:cxnLst/>
            <a:rect l="l" t="t" r="r" b="b"/>
            <a:pathLst>
              <a:path w="1663065" h="533400">
                <a:moveTo>
                  <a:pt x="1662684" y="0"/>
                </a:moveTo>
                <a:lnTo>
                  <a:pt x="0" y="0"/>
                </a:lnTo>
                <a:lnTo>
                  <a:pt x="0" y="533400"/>
                </a:lnTo>
                <a:lnTo>
                  <a:pt x="1662684" y="533400"/>
                </a:lnTo>
                <a:lnTo>
                  <a:pt x="1662684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04559" y="1421891"/>
            <a:ext cx="1663064" cy="533400"/>
          </a:xfrm>
          <a:prstGeom prst="rect">
            <a:avLst/>
          </a:prstGeom>
          <a:ln w="12700">
            <a:solidFill>
              <a:srgbClr val="5B9BD4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730"/>
              </a:spcBef>
            </a:pPr>
            <a:r>
              <a:rPr sz="1900" b="1" spc="-10" dirty="0">
                <a:solidFill>
                  <a:srgbClr val="FFFFFF"/>
                </a:solidFill>
                <a:latin typeface="Calibri"/>
                <a:cs typeface="Calibri"/>
              </a:rPr>
              <a:t>Select: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215885" y="1499361"/>
            <a:ext cx="594995" cy="594995"/>
            <a:chOff x="7215885" y="1499361"/>
            <a:chExt cx="594995" cy="594995"/>
          </a:xfrm>
        </p:grpSpPr>
        <p:sp>
          <p:nvSpPr>
            <p:cNvPr id="8" name="object 8"/>
            <p:cNvSpPr/>
            <p:nvPr/>
          </p:nvSpPr>
          <p:spPr>
            <a:xfrm>
              <a:off x="7222235" y="1505711"/>
              <a:ext cx="582295" cy="582295"/>
            </a:xfrm>
            <a:custGeom>
              <a:avLst/>
              <a:gdLst/>
              <a:ahLst/>
              <a:cxnLst/>
              <a:rect l="l" t="t" r="r" b="b"/>
              <a:pathLst>
                <a:path w="582295" h="582294">
                  <a:moveTo>
                    <a:pt x="291084" y="0"/>
                  </a:moveTo>
                  <a:lnTo>
                    <a:pt x="243863" y="3809"/>
                  </a:lnTo>
                  <a:lnTo>
                    <a:pt x="199070" y="14837"/>
                  </a:lnTo>
                  <a:lnTo>
                    <a:pt x="157304" y="32486"/>
                  </a:lnTo>
                  <a:lnTo>
                    <a:pt x="119164" y="56156"/>
                  </a:lnTo>
                  <a:lnTo>
                    <a:pt x="85248" y="85248"/>
                  </a:lnTo>
                  <a:lnTo>
                    <a:pt x="56156" y="119164"/>
                  </a:lnTo>
                  <a:lnTo>
                    <a:pt x="32486" y="157304"/>
                  </a:lnTo>
                  <a:lnTo>
                    <a:pt x="14837" y="199070"/>
                  </a:lnTo>
                  <a:lnTo>
                    <a:pt x="3809" y="243863"/>
                  </a:lnTo>
                  <a:lnTo>
                    <a:pt x="0" y="291084"/>
                  </a:lnTo>
                  <a:lnTo>
                    <a:pt x="3809" y="338304"/>
                  </a:lnTo>
                  <a:lnTo>
                    <a:pt x="14837" y="383097"/>
                  </a:lnTo>
                  <a:lnTo>
                    <a:pt x="32486" y="424863"/>
                  </a:lnTo>
                  <a:lnTo>
                    <a:pt x="56156" y="463003"/>
                  </a:lnTo>
                  <a:lnTo>
                    <a:pt x="85248" y="496919"/>
                  </a:lnTo>
                  <a:lnTo>
                    <a:pt x="119164" y="526011"/>
                  </a:lnTo>
                  <a:lnTo>
                    <a:pt x="157304" y="549681"/>
                  </a:lnTo>
                  <a:lnTo>
                    <a:pt x="199070" y="567330"/>
                  </a:lnTo>
                  <a:lnTo>
                    <a:pt x="243863" y="578358"/>
                  </a:lnTo>
                  <a:lnTo>
                    <a:pt x="291084" y="582167"/>
                  </a:lnTo>
                  <a:lnTo>
                    <a:pt x="338304" y="578358"/>
                  </a:lnTo>
                  <a:lnTo>
                    <a:pt x="383097" y="567330"/>
                  </a:lnTo>
                  <a:lnTo>
                    <a:pt x="424863" y="549681"/>
                  </a:lnTo>
                  <a:lnTo>
                    <a:pt x="463003" y="526011"/>
                  </a:lnTo>
                  <a:lnTo>
                    <a:pt x="496919" y="496919"/>
                  </a:lnTo>
                  <a:lnTo>
                    <a:pt x="526011" y="463003"/>
                  </a:lnTo>
                  <a:lnTo>
                    <a:pt x="549681" y="424863"/>
                  </a:lnTo>
                  <a:lnTo>
                    <a:pt x="567330" y="383097"/>
                  </a:lnTo>
                  <a:lnTo>
                    <a:pt x="578358" y="338304"/>
                  </a:lnTo>
                  <a:lnTo>
                    <a:pt x="582168" y="291084"/>
                  </a:lnTo>
                  <a:lnTo>
                    <a:pt x="578358" y="243863"/>
                  </a:lnTo>
                  <a:lnTo>
                    <a:pt x="567330" y="199070"/>
                  </a:lnTo>
                  <a:lnTo>
                    <a:pt x="549681" y="157304"/>
                  </a:lnTo>
                  <a:lnTo>
                    <a:pt x="526011" y="119164"/>
                  </a:lnTo>
                  <a:lnTo>
                    <a:pt x="496919" y="85248"/>
                  </a:lnTo>
                  <a:lnTo>
                    <a:pt x="463003" y="56156"/>
                  </a:lnTo>
                  <a:lnTo>
                    <a:pt x="424863" y="32486"/>
                  </a:lnTo>
                  <a:lnTo>
                    <a:pt x="383097" y="14837"/>
                  </a:lnTo>
                  <a:lnTo>
                    <a:pt x="338304" y="3809"/>
                  </a:lnTo>
                  <a:lnTo>
                    <a:pt x="291084" y="0"/>
                  </a:lnTo>
                  <a:close/>
                </a:path>
              </a:pathLst>
            </a:custGeom>
            <a:solidFill>
              <a:srgbClr val="D2DE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22235" y="1505711"/>
              <a:ext cx="582295" cy="582295"/>
            </a:xfrm>
            <a:custGeom>
              <a:avLst/>
              <a:gdLst/>
              <a:ahLst/>
              <a:cxnLst/>
              <a:rect l="l" t="t" r="r" b="b"/>
              <a:pathLst>
                <a:path w="582295" h="582294">
                  <a:moveTo>
                    <a:pt x="0" y="291084"/>
                  </a:moveTo>
                  <a:lnTo>
                    <a:pt x="3809" y="243863"/>
                  </a:lnTo>
                  <a:lnTo>
                    <a:pt x="14837" y="199070"/>
                  </a:lnTo>
                  <a:lnTo>
                    <a:pt x="32486" y="157304"/>
                  </a:lnTo>
                  <a:lnTo>
                    <a:pt x="56156" y="119164"/>
                  </a:lnTo>
                  <a:lnTo>
                    <a:pt x="85248" y="85248"/>
                  </a:lnTo>
                  <a:lnTo>
                    <a:pt x="119164" y="56156"/>
                  </a:lnTo>
                  <a:lnTo>
                    <a:pt x="157304" y="32486"/>
                  </a:lnTo>
                  <a:lnTo>
                    <a:pt x="199070" y="14837"/>
                  </a:lnTo>
                  <a:lnTo>
                    <a:pt x="243863" y="3809"/>
                  </a:lnTo>
                  <a:lnTo>
                    <a:pt x="291084" y="0"/>
                  </a:lnTo>
                  <a:lnTo>
                    <a:pt x="338304" y="3809"/>
                  </a:lnTo>
                  <a:lnTo>
                    <a:pt x="383097" y="14837"/>
                  </a:lnTo>
                  <a:lnTo>
                    <a:pt x="424863" y="32486"/>
                  </a:lnTo>
                  <a:lnTo>
                    <a:pt x="463003" y="56156"/>
                  </a:lnTo>
                  <a:lnTo>
                    <a:pt x="496919" y="85248"/>
                  </a:lnTo>
                  <a:lnTo>
                    <a:pt x="526011" y="119164"/>
                  </a:lnTo>
                  <a:lnTo>
                    <a:pt x="549681" y="157304"/>
                  </a:lnTo>
                  <a:lnTo>
                    <a:pt x="567330" y="199070"/>
                  </a:lnTo>
                  <a:lnTo>
                    <a:pt x="578358" y="243863"/>
                  </a:lnTo>
                  <a:lnTo>
                    <a:pt x="582168" y="291084"/>
                  </a:lnTo>
                  <a:lnTo>
                    <a:pt x="578358" y="338304"/>
                  </a:lnTo>
                  <a:lnTo>
                    <a:pt x="567330" y="383097"/>
                  </a:lnTo>
                  <a:lnTo>
                    <a:pt x="549681" y="424863"/>
                  </a:lnTo>
                  <a:lnTo>
                    <a:pt x="526011" y="463003"/>
                  </a:lnTo>
                  <a:lnTo>
                    <a:pt x="496919" y="496919"/>
                  </a:lnTo>
                  <a:lnTo>
                    <a:pt x="463003" y="526011"/>
                  </a:lnTo>
                  <a:lnTo>
                    <a:pt x="424863" y="549681"/>
                  </a:lnTo>
                  <a:lnTo>
                    <a:pt x="383097" y="567330"/>
                  </a:lnTo>
                  <a:lnTo>
                    <a:pt x="338304" y="578358"/>
                  </a:lnTo>
                  <a:lnTo>
                    <a:pt x="291084" y="582167"/>
                  </a:lnTo>
                  <a:lnTo>
                    <a:pt x="243863" y="578358"/>
                  </a:lnTo>
                  <a:lnTo>
                    <a:pt x="199070" y="567330"/>
                  </a:lnTo>
                  <a:lnTo>
                    <a:pt x="157304" y="549681"/>
                  </a:lnTo>
                  <a:lnTo>
                    <a:pt x="119164" y="526011"/>
                  </a:lnTo>
                  <a:lnTo>
                    <a:pt x="85248" y="496919"/>
                  </a:lnTo>
                  <a:lnTo>
                    <a:pt x="56156" y="463003"/>
                  </a:lnTo>
                  <a:lnTo>
                    <a:pt x="32486" y="424863"/>
                  </a:lnTo>
                  <a:lnTo>
                    <a:pt x="14837" y="383097"/>
                  </a:lnTo>
                  <a:lnTo>
                    <a:pt x="3809" y="338304"/>
                  </a:lnTo>
                  <a:lnTo>
                    <a:pt x="0" y="291084"/>
                  </a:lnTo>
                  <a:close/>
                </a:path>
              </a:pathLst>
            </a:custGeom>
            <a:ln w="12699">
              <a:solidFill>
                <a:srgbClr val="D2D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7947659" y="181355"/>
            <a:ext cx="1663064" cy="1240790"/>
          </a:xfrm>
          <a:custGeom>
            <a:avLst/>
            <a:gdLst/>
            <a:ahLst/>
            <a:cxnLst/>
            <a:rect l="l" t="t" r="r" b="b"/>
            <a:pathLst>
              <a:path w="1663065" h="1240790">
                <a:moveTo>
                  <a:pt x="99187" y="0"/>
                </a:moveTo>
                <a:lnTo>
                  <a:pt x="1563497" y="0"/>
                </a:lnTo>
                <a:lnTo>
                  <a:pt x="1602087" y="7800"/>
                </a:lnTo>
                <a:lnTo>
                  <a:pt x="1633616" y="29067"/>
                </a:lnTo>
                <a:lnTo>
                  <a:pt x="1654883" y="60596"/>
                </a:lnTo>
                <a:lnTo>
                  <a:pt x="1662684" y="99187"/>
                </a:lnTo>
                <a:lnTo>
                  <a:pt x="1662684" y="1240536"/>
                </a:lnTo>
                <a:lnTo>
                  <a:pt x="0" y="1240536"/>
                </a:lnTo>
                <a:lnTo>
                  <a:pt x="0" y="99187"/>
                </a:lnTo>
                <a:lnTo>
                  <a:pt x="7800" y="60596"/>
                </a:lnTo>
                <a:lnTo>
                  <a:pt x="29067" y="29067"/>
                </a:lnTo>
                <a:lnTo>
                  <a:pt x="60596" y="7800"/>
                </a:lnTo>
                <a:lnTo>
                  <a:pt x="99187" y="0"/>
                </a:lnTo>
                <a:close/>
              </a:path>
            </a:pathLst>
          </a:custGeom>
          <a:ln w="12700">
            <a:solidFill>
              <a:srgbClr val="56B7D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985506" y="225043"/>
            <a:ext cx="1453515" cy="71564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83515" marR="5080" indent="-171450">
              <a:lnSpc>
                <a:spcPct val="91600"/>
              </a:lnSpc>
              <a:spcBef>
                <a:spcPts val="254"/>
              </a:spcBef>
              <a:buChar char="•"/>
              <a:tabLst>
                <a:tab pos="184785" algn="l"/>
              </a:tabLst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used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to 	</a:t>
            </a:r>
            <a:r>
              <a:rPr sz="1600" dirty="0">
                <a:latin typeface="Calibri"/>
                <a:cs typeface="Calibri"/>
              </a:rPr>
              <a:t>insert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into 	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table.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947659" y="1421891"/>
            <a:ext cx="1663064" cy="533400"/>
          </a:xfrm>
          <a:custGeom>
            <a:avLst/>
            <a:gdLst/>
            <a:ahLst/>
            <a:cxnLst/>
            <a:rect l="l" t="t" r="r" b="b"/>
            <a:pathLst>
              <a:path w="1663065" h="533400">
                <a:moveTo>
                  <a:pt x="1662683" y="0"/>
                </a:moveTo>
                <a:lnTo>
                  <a:pt x="0" y="0"/>
                </a:lnTo>
                <a:lnTo>
                  <a:pt x="0" y="533400"/>
                </a:lnTo>
                <a:lnTo>
                  <a:pt x="1662683" y="533400"/>
                </a:lnTo>
                <a:lnTo>
                  <a:pt x="1662683" y="0"/>
                </a:lnTo>
                <a:close/>
              </a:path>
            </a:pathLst>
          </a:custGeom>
          <a:solidFill>
            <a:srgbClr val="56B7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947659" y="1421891"/>
            <a:ext cx="1663064" cy="533400"/>
          </a:xfrm>
          <a:prstGeom prst="rect">
            <a:avLst/>
          </a:prstGeom>
          <a:ln w="12700">
            <a:solidFill>
              <a:srgbClr val="56B7D1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730"/>
              </a:spcBef>
            </a:pPr>
            <a:r>
              <a:rPr sz="1900" b="1" spc="-10" dirty="0">
                <a:solidFill>
                  <a:srgbClr val="FFFFFF"/>
                </a:solidFill>
                <a:latin typeface="Calibri"/>
                <a:cs typeface="Calibri"/>
              </a:rPr>
              <a:t>Insert: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158985" y="1499361"/>
            <a:ext cx="594995" cy="594995"/>
            <a:chOff x="9158985" y="1499361"/>
            <a:chExt cx="594995" cy="594995"/>
          </a:xfrm>
        </p:grpSpPr>
        <p:sp>
          <p:nvSpPr>
            <p:cNvPr id="15" name="object 15"/>
            <p:cNvSpPr/>
            <p:nvPr/>
          </p:nvSpPr>
          <p:spPr>
            <a:xfrm>
              <a:off x="9165335" y="1505711"/>
              <a:ext cx="582295" cy="582295"/>
            </a:xfrm>
            <a:custGeom>
              <a:avLst/>
              <a:gdLst/>
              <a:ahLst/>
              <a:cxnLst/>
              <a:rect l="l" t="t" r="r" b="b"/>
              <a:pathLst>
                <a:path w="582295" h="582294">
                  <a:moveTo>
                    <a:pt x="291084" y="0"/>
                  </a:moveTo>
                  <a:lnTo>
                    <a:pt x="243863" y="3809"/>
                  </a:lnTo>
                  <a:lnTo>
                    <a:pt x="199070" y="14837"/>
                  </a:lnTo>
                  <a:lnTo>
                    <a:pt x="157304" y="32486"/>
                  </a:lnTo>
                  <a:lnTo>
                    <a:pt x="119164" y="56156"/>
                  </a:lnTo>
                  <a:lnTo>
                    <a:pt x="85248" y="85248"/>
                  </a:lnTo>
                  <a:lnTo>
                    <a:pt x="56156" y="119164"/>
                  </a:lnTo>
                  <a:lnTo>
                    <a:pt x="32486" y="157304"/>
                  </a:lnTo>
                  <a:lnTo>
                    <a:pt x="14837" y="199070"/>
                  </a:lnTo>
                  <a:lnTo>
                    <a:pt x="3809" y="243863"/>
                  </a:lnTo>
                  <a:lnTo>
                    <a:pt x="0" y="291084"/>
                  </a:lnTo>
                  <a:lnTo>
                    <a:pt x="3809" y="338304"/>
                  </a:lnTo>
                  <a:lnTo>
                    <a:pt x="14837" y="383097"/>
                  </a:lnTo>
                  <a:lnTo>
                    <a:pt x="32486" y="424863"/>
                  </a:lnTo>
                  <a:lnTo>
                    <a:pt x="56156" y="463003"/>
                  </a:lnTo>
                  <a:lnTo>
                    <a:pt x="85248" y="496919"/>
                  </a:lnTo>
                  <a:lnTo>
                    <a:pt x="119164" y="526011"/>
                  </a:lnTo>
                  <a:lnTo>
                    <a:pt x="157304" y="549681"/>
                  </a:lnTo>
                  <a:lnTo>
                    <a:pt x="199070" y="567330"/>
                  </a:lnTo>
                  <a:lnTo>
                    <a:pt x="243863" y="578358"/>
                  </a:lnTo>
                  <a:lnTo>
                    <a:pt x="291084" y="582167"/>
                  </a:lnTo>
                  <a:lnTo>
                    <a:pt x="338304" y="578358"/>
                  </a:lnTo>
                  <a:lnTo>
                    <a:pt x="383097" y="567330"/>
                  </a:lnTo>
                  <a:lnTo>
                    <a:pt x="424863" y="549681"/>
                  </a:lnTo>
                  <a:lnTo>
                    <a:pt x="463003" y="526011"/>
                  </a:lnTo>
                  <a:lnTo>
                    <a:pt x="496919" y="496919"/>
                  </a:lnTo>
                  <a:lnTo>
                    <a:pt x="526011" y="463003"/>
                  </a:lnTo>
                  <a:lnTo>
                    <a:pt x="549681" y="424863"/>
                  </a:lnTo>
                  <a:lnTo>
                    <a:pt x="567330" y="383097"/>
                  </a:lnTo>
                  <a:lnTo>
                    <a:pt x="578358" y="338304"/>
                  </a:lnTo>
                  <a:lnTo>
                    <a:pt x="582168" y="291084"/>
                  </a:lnTo>
                  <a:lnTo>
                    <a:pt x="578358" y="243863"/>
                  </a:lnTo>
                  <a:lnTo>
                    <a:pt x="567330" y="199070"/>
                  </a:lnTo>
                  <a:lnTo>
                    <a:pt x="549681" y="157304"/>
                  </a:lnTo>
                  <a:lnTo>
                    <a:pt x="526011" y="119164"/>
                  </a:lnTo>
                  <a:lnTo>
                    <a:pt x="496919" y="85248"/>
                  </a:lnTo>
                  <a:lnTo>
                    <a:pt x="463003" y="56156"/>
                  </a:lnTo>
                  <a:lnTo>
                    <a:pt x="424863" y="32486"/>
                  </a:lnTo>
                  <a:lnTo>
                    <a:pt x="383097" y="14837"/>
                  </a:lnTo>
                  <a:lnTo>
                    <a:pt x="338304" y="3809"/>
                  </a:lnTo>
                  <a:lnTo>
                    <a:pt x="291084" y="0"/>
                  </a:lnTo>
                  <a:close/>
                </a:path>
              </a:pathLst>
            </a:custGeom>
            <a:solidFill>
              <a:srgbClr val="D1E4E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165335" y="1505711"/>
              <a:ext cx="582295" cy="582295"/>
            </a:xfrm>
            <a:custGeom>
              <a:avLst/>
              <a:gdLst/>
              <a:ahLst/>
              <a:cxnLst/>
              <a:rect l="l" t="t" r="r" b="b"/>
              <a:pathLst>
                <a:path w="582295" h="582294">
                  <a:moveTo>
                    <a:pt x="0" y="291084"/>
                  </a:moveTo>
                  <a:lnTo>
                    <a:pt x="3809" y="243863"/>
                  </a:lnTo>
                  <a:lnTo>
                    <a:pt x="14837" y="199070"/>
                  </a:lnTo>
                  <a:lnTo>
                    <a:pt x="32486" y="157304"/>
                  </a:lnTo>
                  <a:lnTo>
                    <a:pt x="56156" y="119164"/>
                  </a:lnTo>
                  <a:lnTo>
                    <a:pt x="85248" y="85248"/>
                  </a:lnTo>
                  <a:lnTo>
                    <a:pt x="119164" y="56156"/>
                  </a:lnTo>
                  <a:lnTo>
                    <a:pt x="157304" y="32486"/>
                  </a:lnTo>
                  <a:lnTo>
                    <a:pt x="199070" y="14837"/>
                  </a:lnTo>
                  <a:lnTo>
                    <a:pt x="243863" y="3809"/>
                  </a:lnTo>
                  <a:lnTo>
                    <a:pt x="291084" y="0"/>
                  </a:lnTo>
                  <a:lnTo>
                    <a:pt x="338304" y="3809"/>
                  </a:lnTo>
                  <a:lnTo>
                    <a:pt x="383097" y="14837"/>
                  </a:lnTo>
                  <a:lnTo>
                    <a:pt x="424863" y="32486"/>
                  </a:lnTo>
                  <a:lnTo>
                    <a:pt x="463003" y="56156"/>
                  </a:lnTo>
                  <a:lnTo>
                    <a:pt x="496919" y="85248"/>
                  </a:lnTo>
                  <a:lnTo>
                    <a:pt x="526011" y="119164"/>
                  </a:lnTo>
                  <a:lnTo>
                    <a:pt x="549681" y="157304"/>
                  </a:lnTo>
                  <a:lnTo>
                    <a:pt x="567330" y="199070"/>
                  </a:lnTo>
                  <a:lnTo>
                    <a:pt x="578358" y="243863"/>
                  </a:lnTo>
                  <a:lnTo>
                    <a:pt x="582168" y="291084"/>
                  </a:lnTo>
                  <a:lnTo>
                    <a:pt x="578358" y="338304"/>
                  </a:lnTo>
                  <a:lnTo>
                    <a:pt x="567330" y="383097"/>
                  </a:lnTo>
                  <a:lnTo>
                    <a:pt x="549681" y="424863"/>
                  </a:lnTo>
                  <a:lnTo>
                    <a:pt x="526011" y="463003"/>
                  </a:lnTo>
                  <a:lnTo>
                    <a:pt x="496919" y="496919"/>
                  </a:lnTo>
                  <a:lnTo>
                    <a:pt x="463003" y="526011"/>
                  </a:lnTo>
                  <a:lnTo>
                    <a:pt x="424863" y="549681"/>
                  </a:lnTo>
                  <a:lnTo>
                    <a:pt x="383097" y="567330"/>
                  </a:lnTo>
                  <a:lnTo>
                    <a:pt x="338304" y="578358"/>
                  </a:lnTo>
                  <a:lnTo>
                    <a:pt x="291084" y="582167"/>
                  </a:lnTo>
                  <a:lnTo>
                    <a:pt x="243863" y="578358"/>
                  </a:lnTo>
                  <a:lnTo>
                    <a:pt x="199070" y="567330"/>
                  </a:lnTo>
                  <a:lnTo>
                    <a:pt x="157304" y="549681"/>
                  </a:lnTo>
                  <a:lnTo>
                    <a:pt x="119164" y="526011"/>
                  </a:lnTo>
                  <a:lnTo>
                    <a:pt x="85248" y="496919"/>
                  </a:lnTo>
                  <a:lnTo>
                    <a:pt x="56156" y="463003"/>
                  </a:lnTo>
                  <a:lnTo>
                    <a:pt x="32486" y="424863"/>
                  </a:lnTo>
                  <a:lnTo>
                    <a:pt x="14837" y="383097"/>
                  </a:lnTo>
                  <a:lnTo>
                    <a:pt x="3809" y="338304"/>
                  </a:lnTo>
                  <a:lnTo>
                    <a:pt x="0" y="291084"/>
                  </a:lnTo>
                  <a:close/>
                </a:path>
              </a:pathLst>
            </a:custGeom>
            <a:ln w="12699">
              <a:solidFill>
                <a:srgbClr val="D2D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9890759" y="181355"/>
            <a:ext cx="1663064" cy="1240790"/>
          </a:xfrm>
          <a:custGeom>
            <a:avLst/>
            <a:gdLst/>
            <a:ahLst/>
            <a:cxnLst/>
            <a:rect l="l" t="t" r="r" b="b"/>
            <a:pathLst>
              <a:path w="1663065" h="1240790">
                <a:moveTo>
                  <a:pt x="99187" y="0"/>
                </a:moveTo>
                <a:lnTo>
                  <a:pt x="1563497" y="0"/>
                </a:lnTo>
                <a:lnTo>
                  <a:pt x="1602087" y="7800"/>
                </a:lnTo>
                <a:lnTo>
                  <a:pt x="1633616" y="29067"/>
                </a:lnTo>
                <a:lnTo>
                  <a:pt x="1654883" y="60596"/>
                </a:lnTo>
                <a:lnTo>
                  <a:pt x="1662684" y="99187"/>
                </a:lnTo>
                <a:lnTo>
                  <a:pt x="1662684" y="1240536"/>
                </a:lnTo>
                <a:lnTo>
                  <a:pt x="0" y="1240536"/>
                </a:lnTo>
                <a:lnTo>
                  <a:pt x="0" y="99187"/>
                </a:lnTo>
                <a:lnTo>
                  <a:pt x="7800" y="60596"/>
                </a:lnTo>
                <a:lnTo>
                  <a:pt x="29067" y="29067"/>
                </a:lnTo>
                <a:lnTo>
                  <a:pt x="60596" y="7800"/>
                </a:lnTo>
                <a:lnTo>
                  <a:pt x="99187" y="0"/>
                </a:lnTo>
                <a:close/>
              </a:path>
            </a:pathLst>
          </a:custGeom>
          <a:ln w="12700">
            <a:solidFill>
              <a:srgbClr val="52CC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928606" y="225043"/>
            <a:ext cx="1453515" cy="93853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84785" marR="5080" indent="-172720">
              <a:lnSpc>
                <a:spcPct val="91500"/>
              </a:lnSpc>
              <a:spcBef>
                <a:spcPts val="259"/>
              </a:spcBef>
              <a:buChar char="•"/>
              <a:tabLst>
                <a:tab pos="184785" algn="l"/>
              </a:tabLst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used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to </a:t>
            </a:r>
            <a:r>
              <a:rPr sz="1600" dirty="0">
                <a:latin typeface="Calibri"/>
                <a:cs typeface="Calibri"/>
              </a:rPr>
              <a:t>update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existing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within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a </a:t>
            </a:r>
            <a:r>
              <a:rPr sz="1600" spc="-10" dirty="0">
                <a:latin typeface="Calibri"/>
                <a:cs typeface="Calibri"/>
              </a:rPr>
              <a:t>table.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890759" y="1421891"/>
            <a:ext cx="1663064" cy="533400"/>
          </a:xfrm>
          <a:custGeom>
            <a:avLst/>
            <a:gdLst/>
            <a:ahLst/>
            <a:cxnLst/>
            <a:rect l="l" t="t" r="r" b="b"/>
            <a:pathLst>
              <a:path w="1663065" h="533400">
                <a:moveTo>
                  <a:pt x="1662683" y="0"/>
                </a:moveTo>
                <a:lnTo>
                  <a:pt x="0" y="0"/>
                </a:lnTo>
                <a:lnTo>
                  <a:pt x="0" y="533400"/>
                </a:lnTo>
                <a:lnTo>
                  <a:pt x="1662683" y="533400"/>
                </a:lnTo>
                <a:lnTo>
                  <a:pt x="1662683" y="0"/>
                </a:lnTo>
                <a:close/>
              </a:path>
            </a:pathLst>
          </a:custGeom>
          <a:solidFill>
            <a:srgbClr val="52C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890759" y="1421891"/>
            <a:ext cx="1663064" cy="533400"/>
          </a:xfrm>
          <a:prstGeom prst="rect">
            <a:avLst/>
          </a:prstGeom>
          <a:ln w="12700">
            <a:solidFill>
              <a:srgbClr val="52CCC5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730"/>
              </a:spcBef>
            </a:pPr>
            <a:r>
              <a:rPr sz="1900" b="1" spc="-10" dirty="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1102085" y="1499361"/>
            <a:ext cx="594995" cy="594995"/>
            <a:chOff x="11102085" y="1499361"/>
            <a:chExt cx="594995" cy="594995"/>
          </a:xfrm>
        </p:grpSpPr>
        <p:sp>
          <p:nvSpPr>
            <p:cNvPr id="22" name="object 22"/>
            <p:cNvSpPr/>
            <p:nvPr/>
          </p:nvSpPr>
          <p:spPr>
            <a:xfrm>
              <a:off x="11108435" y="1505711"/>
              <a:ext cx="582295" cy="582295"/>
            </a:xfrm>
            <a:custGeom>
              <a:avLst/>
              <a:gdLst/>
              <a:ahLst/>
              <a:cxnLst/>
              <a:rect l="l" t="t" r="r" b="b"/>
              <a:pathLst>
                <a:path w="582295" h="582294">
                  <a:moveTo>
                    <a:pt x="291084" y="0"/>
                  </a:moveTo>
                  <a:lnTo>
                    <a:pt x="243863" y="3809"/>
                  </a:lnTo>
                  <a:lnTo>
                    <a:pt x="199070" y="14837"/>
                  </a:lnTo>
                  <a:lnTo>
                    <a:pt x="157304" y="32486"/>
                  </a:lnTo>
                  <a:lnTo>
                    <a:pt x="119164" y="56156"/>
                  </a:lnTo>
                  <a:lnTo>
                    <a:pt x="85248" y="85248"/>
                  </a:lnTo>
                  <a:lnTo>
                    <a:pt x="56156" y="119164"/>
                  </a:lnTo>
                  <a:lnTo>
                    <a:pt x="32486" y="157304"/>
                  </a:lnTo>
                  <a:lnTo>
                    <a:pt x="14837" y="199070"/>
                  </a:lnTo>
                  <a:lnTo>
                    <a:pt x="3809" y="243863"/>
                  </a:lnTo>
                  <a:lnTo>
                    <a:pt x="0" y="291084"/>
                  </a:lnTo>
                  <a:lnTo>
                    <a:pt x="3809" y="338304"/>
                  </a:lnTo>
                  <a:lnTo>
                    <a:pt x="14837" y="383097"/>
                  </a:lnTo>
                  <a:lnTo>
                    <a:pt x="32486" y="424863"/>
                  </a:lnTo>
                  <a:lnTo>
                    <a:pt x="56156" y="463003"/>
                  </a:lnTo>
                  <a:lnTo>
                    <a:pt x="85248" y="496919"/>
                  </a:lnTo>
                  <a:lnTo>
                    <a:pt x="119164" y="526011"/>
                  </a:lnTo>
                  <a:lnTo>
                    <a:pt x="157304" y="549681"/>
                  </a:lnTo>
                  <a:lnTo>
                    <a:pt x="199070" y="567330"/>
                  </a:lnTo>
                  <a:lnTo>
                    <a:pt x="243863" y="578358"/>
                  </a:lnTo>
                  <a:lnTo>
                    <a:pt x="291084" y="582167"/>
                  </a:lnTo>
                  <a:lnTo>
                    <a:pt x="338304" y="578358"/>
                  </a:lnTo>
                  <a:lnTo>
                    <a:pt x="383097" y="567330"/>
                  </a:lnTo>
                  <a:lnTo>
                    <a:pt x="424863" y="549681"/>
                  </a:lnTo>
                  <a:lnTo>
                    <a:pt x="463003" y="526011"/>
                  </a:lnTo>
                  <a:lnTo>
                    <a:pt x="496919" y="496919"/>
                  </a:lnTo>
                  <a:lnTo>
                    <a:pt x="526011" y="463003"/>
                  </a:lnTo>
                  <a:lnTo>
                    <a:pt x="549681" y="424863"/>
                  </a:lnTo>
                  <a:lnTo>
                    <a:pt x="567330" y="383097"/>
                  </a:lnTo>
                  <a:lnTo>
                    <a:pt x="578358" y="338304"/>
                  </a:lnTo>
                  <a:lnTo>
                    <a:pt x="582168" y="291084"/>
                  </a:lnTo>
                  <a:lnTo>
                    <a:pt x="578358" y="243863"/>
                  </a:lnTo>
                  <a:lnTo>
                    <a:pt x="567330" y="199070"/>
                  </a:lnTo>
                  <a:lnTo>
                    <a:pt x="549681" y="157304"/>
                  </a:lnTo>
                  <a:lnTo>
                    <a:pt x="526011" y="119164"/>
                  </a:lnTo>
                  <a:lnTo>
                    <a:pt x="496919" y="85248"/>
                  </a:lnTo>
                  <a:lnTo>
                    <a:pt x="463003" y="56156"/>
                  </a:lnTo>
                  <a:lnTo>
                    <a:pt x="424863" y="32486"/>
                  </a:lnTo>
                  <a:lnTo>
                    <a:pt x="383097" y="14837"/>
                  </a:lnTo>
                  <a:lnTo>
                    <a:pt x="338304" y="3809"/>
                  </a:lnTo>
                  <a:lnTo>
                    <a:pt x="291084" y="0"/>
                  </a:lnTo>
                  <a:close/>
                </a:path>
              </a:pathLst>
            </a:custGeom>
            <a:solidFill>
              <a:srgbClr val="D1EBEB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1108435" y="1505711"/>
              <a:ext cx="582295" cy="582295"/>
            </a:xfrm>
            <a:custGeom>
              <a:avLst/>
              <a:gdLst/>
              <a:ahLst/>
              <a:cxnLst/>
              <a:rect l="l" t="t" r="r" b="b"/>
              <a:pathLst>
                <a:path w="582295" h="582294">
                  <a:moveTo>
                    <a:pt x="0" y="291084"/>
                  </a:moveTo>
                  <a:lnTo>
                    <a:pt x="3809" y="243863"/>
                  </a:lnTo>
                  <a:lnTo>
                    <a:pt x="14837" y="199070"/>
                  </a:lnTo>
                  <a:lnTo>
                    <a:pt x="32486" y="157304"/>
                  </a:lnTo>
                  <a:lnTo>
                    <a:pt x="56156" y="119164"/>
                  </a:lnTo>
                  <a:lnTo>
                    <a:pt x="85248" y="85248"/>
                  </a:lnTo>
                  <a:lnTo>
                    <a:pt x="119164" y="56156"/>
                  </a:lnTo>
                  <a:lnTo>
                    <a:pt x="157304" y="32486"/>
                  </a:lnTo>
                  <a:lnTo>
                    <a:pt x="199070" y="14837"/>
                  </a:lnTo>
                  <a:lnTo>
                    <a:pt x="243863" y="3809"/>
                  </a:lnTo>
                  <a:lnTo>
                    <a:pt x="291084" y="0"/>
                  </a:lnTo>
                  <a:lnTo>
                    <a:pt x="338304" y="3809"/>
                  </a:lnTo>
                  <a:lnTo>
                    <a:pt x="383097" y="14837"/>
                  </a:lnTo>
                  <a:lnTo>
                    <a:pt x="424863" y="32486"/>
                  </a:lnTo>
                  <a:lnTo>
                    <a:pt x="463003" y="56156"/>
                  </a:lnTo>
                  <a:lnTo>
                    <a:pt x="496919" y="85248"/>
                  </a:lnTo>
                  <a:lnTo>
                    <a:pt x="526011" y="119164"/>
                  </a:lnTo>
                  <a:lnTo>
                    <a:pt x="549681" y="157304"/>
                  </a:lnTo>
                  <a:lnTo>
                    <a:pt x="567330" y="199070"/>
                  </a:lnTo>
                  <a:lnTo>
                    <a:pt x="578358" y="243863"/>
                  </a:lnTo>
                  <a:lnTo>
                    <a:pt x="582168" y="291084"/>
                  </a:lnTo>
                  <a:lnTo>
                    <a:pt x="578358" y="338304"/>
                  </a:lnTo>
                  <a:lnTo>
                    <a:pt x="567330" y="383097"/>
                  </a:lnTo>
                  <a:lnTo>
                    <a:pt x="549681" y="424863"/>
                  </a:lnTo>
                  <a:lnTo>
                    <a:pt x="526011" y="463003"/>
                  </a:lnTo>
                  <a:lnTo>
                    <a:pt x="496919" y="496919"/>
                  </a:lnTo>
                  <a:lnTo>
                    <a:pt x="463003" y="526011"/>
                  </a:lnTo>
                  <a:lnTo>
                    <a:pt x="424863" y="549681"/>
                  </a:lnTo>
                  <a:lnTo>
                    <a:pt x="383097" y="567330"/>
                  </a:lnTo>
                  <a:lnTo>
                    <a:pt x="338304" y="578358"/>
                  </a:lnTo>
                  <a:lnTo>
                    <a:pt x="291084" y="582167"/>
                  </a:lnTo>
                  <a:lnTo>
                    <a:pt x="243863" y="578358"/>
                  </a:lnTo>
                  <a:lnTo>
                    <a:pt x="199070" y="567330"/>
                  </a:lnTo>
                  <a:lnTo>
                    <a:pt x="157304" y="549681"/>
                  </a:lnTo>
                  <a:lnTo>
                    <a:pt x="119164" y="526011"/>
                  </a:lnTo>
                  <a:lnTo>
                    <a:pt x="85248" y="496919"/>
                  </a:lnTo>
                  <a:lnTo>
                    <a:pt x="56156" y="463003"/>
                  </a:lnTo>
                  <a:lnTo>
                    <a:pt x="32486" y="424863"/>
                  </a:lnTo>
                  <a:lnTo>
                    <a:pt x="14837" y="383097"/>
                  </a:lnTo>
                  <a:lnTo>
                    <a:pt x="3809" y="338304"/>
                  </a:lnTo>
                  <a:lnTo>
                    <a:pt x="0" y="291084"/>
                  </a:lnTo>
                  <a:close/>
                </a:path>
              </a:pathLst>
            </a:custGeom>
            <a:ln w="12699">
              <a:solidFill>
                <a:srgbClr val="D2D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/>
          <p:nvPr/>
        </p:nvSpPr>
        <p:spPr>
          <a:xfrm>
            <a:off x="6004559" y="2375916"/>
            <a:ext cx="1663064" cy="1240790"/>
          </a:xfrm>
          <a:custGeom>
            <a:avLst/>
            <a:gdLst/>
            <a:ahLst/>
            <a:cxnLst/>
            <a:rect l="l" t="t" r="r" b="b"/>
            <a:pathLst>
              <a:path w="1663065" h="1240789">
                <a:moveTo>
                  <a:pt x="99187" y="0"/>
                </a:moveTo>
                <a:lnTo>
                  <a:pt x="1563496" y="0"/>
                </a:lnTo>
                <a:lnTo>
                  <a:pt x="1602087" y="7800"/>
                </a:lnTo>
                <a:lnTo>
                  <a:pt x="1633616" y="29067"/>
                </a:lnTo>
                <a:lnTo>
                  <a:pt x="1654883" y="60596"/>
                </a:lnTo>
                <a:lnTo>
                  <a:pt x="1662684" y="99187"/>
                </a:lnTo>
                <a:lnTo>
                  <a:pt x="1662684" y="1240536"/>
                </a:lnTo>
                <a:lnTo>
                  <a:pt x="0" y="1240536"/>
                </a:lnTo>
                <a:lnTo>
                  <a:pt x="0" y="99187"/>
                </a:lnTo>
                <a:lnTo>
                  <a:pt x="7800" y="60596"/>
                </a:lnTo>
                <a:lnTo>
                  <a:pt x="29067" y="29067"/>
                </a:lnTo>
                <a:lnTo>
                  <a:pt x="60596" y="7800"/>
                </a:lnTo>
                <a:lnTo>
                  <a:pt x="99187" y="0"/>
                </a:lnTo>
                <a:close/>
              </a:path>
            </a:pathLst>
          </a:custGeom>
          <a:ln w="12700">
            <a:solidFill>
              <a:srgbClr val="4FC6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042152" y="2420188"/>
            <a:ext cx="1400810" cy="93853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84785" marR="5080" indent="-172720">
              <a:lnSpc>
                <a:spcPct val="91500"/>
              </a:lnSpc>
              <a:spcBef>
                <a:spcPts val="260"/>
              </a:spcBef>
              <a:buChar char="•"/>
              <a:tabLst>
                <a:tab pos="184785" algn="l"/>
              </a:tabLst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to </a:t>
            </a:r>
            <a:r>
              <a:rPr sz="1600" dirty="0">
                <a:latin typeface="Calibri"/>
                <a:cs typeface="Calibri"/>
              </a:rPr>
              <a:t>delete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all </a:t>
            </a:r>
            <a:r>
              <a:rPr sz="1600" spc="-10" dirty="0">
                <a:latin typeface="Calibri"/>
                <a:cs typeface="Calibri"/>
              </a:rPr>
              <a:t>records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a </a:t>
            </a:r>
            <a:r>
              <a:rPr sz="1600" spc="-10" dirty="0">
                <a:latin typeface="Calibri"/>
                <a:cs typeface="Calibri"/>
              </a:rPr>
              <a:t>table.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004559" y="3616452"/>
            <a:ext cx="1663064" cy="533400"/>
          </a:xfrm>
          <a:custGeom>
            <a:avLst/>
            <a:gdLst/>
            <a:ahLst/>
            <a:cxnLst/>
            <a:rect l="l" t="t" r="r" b="b"/>
            <a:pathLst>
              <a:path w="1663065" h="533400">
                <a:moveTo>
                  <a:pt x="1662684" y="0"/>
                </a:moveTo>
                <a:lnTo>
                  <a:pt x="0" y="0"/>
                </a:lnTo>
                <a:lnTo>
                  <a:pt x="0" y="533400"/>
                </a:lnTo>
                <a:lnTo>
                  <a:pt x="1662684" y="533400"/>
                </a:lnTo>
                <a:lnTo>
                  <a:pt x="1662684" y="0"/>
                </a:lnTo>
                <a:close/>
              </a:path>
            </a:pathLst>
          </a:custGeom>
          <a:solidFill>
            <a:srgbClr val="4FC6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004559" y="3616452"/>
            <a:ext cx="1663064" cy="533400"/>
          </a:xfrm>
          <a:prstGeom prst="rect">
            <a:avLst/>
          </a:prstGeom>
          <a:ln w="12700">
            <a:solidFill>
              <a:srgbClr val="4FC69F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735"/>
              </a:spcBef>
            </a:pPr>
            <a:r>
              <a:rPr sz="1900" b="1" spc="-10" dirty="0">
                <a:solidFill>
                  <a:srgbClr val="FFFFFF"/>
                </a:solidFill>
                <a:latin typeface="Calibri"/>
                <a:cs typeface="Calibri"/>
              </a:rPr>
              <a:t>Delete: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215885" y="3695446"/>
            <a:ext cx="594995" cy="593725"/>
            <a:chOff x="7215885" y="3695446"/>
            <a:chExt cx="594995" cy="593725"/>
          </a:xfrm>
        </p:grpSpPr>
        <p:sp>
          <p:nvSpPr>
            <p:cNvPr id="29" name="object 29"/>
            <p:cNvSpPr/>
            <p:nvPr/>
          </p:nvSpPr>
          <p:spPr>
            <a:xfrm>
              <a:off x="7222235" y="3701796"/>
              <a:ext cx="582295" cy="581025"/>
            </a:xfrm>
            <a:custGeom>
              <a:avLst/>
              <a:gdLst/>
              <a:ahLst/>
              <a:cxnLst/>
              <a:rect l="l" t="t" r="r" b="b"/>
              <a:pathLst>
                <a:path w="582295" h="581025">
                  <a:moveTo>
                    <a:pt x="291084" y="0"/>
                  </a:moveTo>
                  <a:lnTo>
                    <a:pt x="243863" y="3798"/>
                  </a:lnTo>
                  <a:lnTo>
                    <a:pt x="199070" y="14794"/>
                  </a:lnTo>
                  <a:lnTo>
                    <a:pt x="157304" y="32393"/>
                  </a:lnTo>
                  <a:lnTo>
                    <a:pt x="119164" y="55997"/>
                  </a:lnTo>
                  <a:lnTo>
                    <a:pt x="85248" y="85010"/>
                  </a:lnTo>
                  <a:lnTo>
                    <a:pt x="56156" y="118835"/>
                  </a:lnTo>
                  <a:lnTo>
                    <a:pt x="32486" y="156875"/>
                  </a:lnTo>
                  <a:lnTo>
                    <a:pt x="14837" y="198534"/>
                  </a:lnTo>
                  <a:lnTo>
                    <a:pt x="3809" y="243215"/>
                  </a:lnTo>
                  <a:lnTo>
                    <a:pt x="0" y="290321"/>
                  </a:lnTo>
                  <a:lnTo>
                    <a:pt x="3809" y="337428"/>
                  </a:lnTo>
                  <a:lnTo>
                    <a:pt x="14837" y="382109"/>
                  </a:lnTo>
                  <a:lnTo>
                    <a:pt x="32486" y="423768"/>
                  </a:lnTo>
                  <a:lnTo>
                    <a:pt x="56156" y="461808"/>
                  </a:lnTo>
                  <a:lnTo>
                    <a:pt x="85248" y="495633"/>
                  </a:lnTo>
                  <a:lnTo>
                    <a:pt x="119164" y="524646"/>
                  </a:lnTo>
                  <a:lnTo>
                    <a:pt x="157304" y="548250"/>
                  </a:lnTo>
                  <a:lnTo>
                    <a:pt x="199070" y="565849"/>
                  </a:lnTo>
                  <a:lnTo>
                    <a:pt x="243863" y="576845"/>
                  </a:lnTo>
                  <a:lnTo>
                    <a:pt x="291084" y="580643"/>
                  </a:lnTo>
                  <a:lnTo>
                    <a:pt x="338304" y="576845"/>
                  </a:lnTo>
                  <a:lnTo>
                    <a:pt x="383097" y="565849"/>
                  </a:lnTo>
                  <a:lnTo>
                    <a:pt x="424863" y="548250"/>
                  </a:lnTo>
                  <a:lnTo>
                    <a:pt x="463003" y="524646"/>
                  </a:lnTo>
                  <a:lnTo>
                    <a:pt x="496919" y="495633"/>
                  </a:lnTo>
                  <a:lnTo>
                    <a:pt x="526011" y="461808"/>
                  </a:lnTo>
                  <a:lnTo>
                    <a:pt x="549681" y="423768"/>
                  </a:lnTo>
                  <a:lnTo>
                    <a:pt x="567330" y="382109"/>
                  </a:lnTo>
                  <a:lnTo>
                    <a:pt x="578358" y="337428"/>
                  </a:lnTo>
                  <a:lnTo>
                    <a:pt x="582168" y="290321"/>
                  </a:lnTo>
                  <a:lnTo>
                    <a:pt x="578358" y="243215"/>
                  </a:lnTo>
                  <a:lnTo>
                    <a:pt x="567330" y="198534"/>
                  </a:lnTo>
                  <a:lnTo>
                    <a:pt x="549681" y="156875"/>
                  </a:lnTo>
                  <a:lnTo>
                    <a:pt x="526011" y="118835"/>
                  </a:lnTo>
                  <a:lnTo>
                    <a:pt x="496919" y="85010"/>
                  </a:lnTo>
                  <a:lnTo>
                    <a:pt x="463003" y="55997"/>
                  </a:lnTo>
                  <a:lnTo>
                    <a:pt x="424863" y="32393"/>
                  </a:lnTo>
                  <a:lnTo>
                    <a:pt x="383097" y="14794"/>
                  </a:lnTo>
                  <a:lnTo>
                    <a:pt x="338304" y="3798"/>
                  </a:lnTo>
                  <a:lnTo>
                    <a:pt x="291084" y="0"/>
                  </a:lnTo>
                  <a:close/>
                </a:path>
              </a:pathLst>
            </a:custGeom>
            <a:solidFill>
              <a:srgbClr val="D0EAE4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222235" y="3701796"/>
              <a:ext cx="582295" cy="581025"/>
            </a:xfrm>
            <a:custGeom>
              <a:avLst/>
              <a:gdLst/>
              <a:ahLst/>
              <a:cxnLst/>
              <a:rect l="l" t="t" r="r" b="b"/>
              <a:pathLst>
                <a:path w="582295" h="581025">
                  <a:moveTo>
                    <a:pt x="0" y="290321"/>
                  </a:moveTo>
                  <a:lnTo>
                    <a:pt x="3809" y="243215"/>
                  </a:lnTo>
                  <a:lnTo>
                    <a:pt x="14837" y="198534"/>
                  </a:lnTo>
                  <a:lnTo>
                    <a:pt x="32486" y="156875"/>
                  </a:lnTo>
                  <a:lnTo>
                    <a:pt x="56156" y="118835"/>
                  </a:lnTo>
                  <a:lnTo>
                    <a:pt x="85248" y="85010"/>
                  </a:lnTo>
                  <a:lnTo>
                    <a:pt x="119164" y="55997"/>
                  </a:lnTo>
                  <a:lnTo>
                    <a:pt x="157304" y="32393"/>
                  </a:lnTo>
                  <a:lnTo>
                    <a:pt x="199070" y="14794"/>
                  </a:lnTo>
                  <a:lnTo>
                    <a:pt x="243863" y="3798"/>
                  </a:lnTo>
                  <a:lnTo>
                    <a:pt x="291084" y="0"/>
                  </a:lnTo>
                  <a:lnTo>
                    <a:pt x="338304" y="3798"/>
                  </a:lnTo>
                  <a:lnTo>
                    <a:pt x="383097" y="14794"/>
                  </a:lnTo>
                  <a:lnTo>
                    <a:pt x="424863" y="32393"/>
                  </a:lnTo>
                  <a:lnTo>
                    <a:pt x="463003" y="55997"/>
                  </a:lnTo>
                  <a:lnTo>
                    <a:pt x="496919" y="85010"/>
                  </a:lnTo>
                  <a:lnTo>
                    <a:pt x="526011" y="118835"/>
                  </a:lnTo>
                  <a:lnTo>
                    <a:pt x="549681" y="156875"/>
                  </a:lnTo>
                  <a:lnTo>
                    <a:pt x="567330" y="198534"/>
                  </a:lnTo>
                  <a:lnTo>
                    <a:pt x="578358" y="243215"/>
                  </a:lnTo>
                  <a:lnTo>
                    <a:pt x="582168" y="290321"/>
                  </a:lnTo>
                  <a:lnTo>
                    <a:pt x="578358" y="337428"/>
                  </a:lnTo>
                  <a:lnTo>
                    <a:pt x="567330" y="382109"/>
                  </a:lnTo>
                  <a:lnTo>
                    <a:pt x="549681" y="423768"/>
                  </a:lnTo>
                  <a:lnTo>
                    <a:pt x="526011" y="461808"/>
                  </a:lnTo>
                  <a:lnTo>
                    <a:pt x="496919" y="495633"/>
                  </a:lnTo>
                  <a:lnTo>
                    <a:pt x="463003" y="524646"/>
                  </a:lnTo>
                  <a:lnTo>
                    <a:pt x="424863" y="548250"/>
                  </a:lnTo>
                  <a:lnTo>
                    <a:pt x="383097" y="565849"/>
                  </a:lnTo>
                  <a:lnTo>
                    <a:pt x="338304" y="576845"/>
                  </a:lnTo>
                  <a:lnTo>
                    <a:pt x="291084" y="580643"/>
                  </a:lnTo>
                  <a:lnTo>
                    <a:pt x="243863" y="576845"/>
                  </a:lnTo>
                  <a:lnTo>
                    <a:pt x="199070" y="565849"/>
                  </a:lnTo>
                  <a:lnTo>
                    <a:pt x="157304" y="548250"/>
                  </a:lnTo>
                  <a:lnTo>
                    <a:pt x="119164" y="524646"/>
                  </a:lnTo>
                  <a:lnTo>
                    <a:pt x="85248" y="495633"/>
                  </a:lnTo>
                  <a:lnTo>
                    <a:pt x="56156" y="461808"/>
                  </a:lnTo>
                  <a:lnTo>
                    <a:pt x="32486" y="423768"/>
                  </a:lnTo>
                  <a:lnTo>
                    <a:pt x="14837" y="382109"/>
                  </a:lnTo>
                  <a:lnTo>
                    <a:pt x="3809" y="337428"/>
                  </a:lnTo>
                  <a:lnTo>
                    <a:pt x="0" y="290321"/>
                  </a:lnTo>
                  <a:close/>
                </a:path>
              </a:pathLst>
            </a:custGeom>
            <a:ln w="12700">
              <a:solidFill>
                <a:srgbClr val="D2D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/>
          <p:nvPr/>
        </p:nvSpPr>
        <p:spPr>
          <a:xfrm>
            <a:off x="7947659" y="2375916"/>
            <a:ext cx="1663064" cy="1240790"/>
          </a:xfrm>
          <a:custGeom>
            <a:avLst/>
            <a:gdLst/>
            <a:ahLst/>
            <a:cxnLst/>
            <a:rect l="l" t="t" r="r" b="b"/>
            <a:pathLst>
              <a:path w="1663065" h="1240789">
                <a:moveTo>
                  <a:pt x="99187" y="0"/>
                </a:moveTo>
                <a:lnTo>
                  <a:pt x="1563497" y="0"/>
                </a:lnTo>
                <a:lnTo>
                  <a:pt x="1602087" y="7800"/>
                </a:lnTo>
                <a:lnTo>
                  <a:pt x="1633616" y="29067"/>
                </a:lnTo>
                <a:lnTo>
                  <a:pt x="1654883" y="60596"/>
                </a:lnTo>
                <a:lnTo>
                  <a:pt x="1662684" y="99187"/>
                </a:lnTo>
                <a:lnTo>
                  <a:pt x="1662684" y="1240536"/>
                </a:lnTo>
                <a:lnTo>
                  <a:pt x="0" y="1240536"/>
                </a:lnTo>
                <a:lnTo>
                  <a:pt x="0" y="99187"/>
                </a:lnTo>
                <a:lnTo>
                  <a:pt x="7800" y="60596"/>
                </a:lnTo>
                <a:lnTo>
                  <a:pt x="29067" y="29067"/>
                </a:lnTo>
                <a:lnTo>
                  <a:pt x="60596" y="7800"/>
                </a:lnTo>
                <a:lnTo>
                  <a:pt x="99187" y="0"/>
                </a:lnTo>
                <a:close/>
              </a:path>
            </a:pathLst>
          </a:custGeom>
          <a:ln w="12700">
            <a:solidFill>
              <a:srgbClr val="4BC27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985506" y="2420188"/>
            <a:ext cx="1523365" cy="1162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ts val="1839"/>
              </a:lnSpc>
              <a:spcBef>
                <a:spcPts val="95"/>
              </a:spcBef>
              <a:buChar char="•"/>
              <a:tabLst>
                <a:tab pos="184785" algn="l"/>
              </a:tabLst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performs</a:t>
            </a:r>
            <a:endParaRPr sz="1600">
              <a:latin typeface="Calibri"/>
              <a:cs typeface="Calibri"/>
            </a:endParaRPr>
          </a:p>
          <a:p>
            <a:pPr marL="184785">
              <a:lnSpc>
                <a:spcPts val="1760"/>
              </a:lnSpc>
            </a:pPr>
            <a:r>
              <a:rPr sz="1600" spc="-10" dirty="0">
                <a:latin typeface="Calibri"/>
                <a:cs typeface="Calibri"/>
              </a:rPr>
              <a:t>UPSERT</a:t>
            </a:r>
            <a:endParaRPr sz="1600">
              <a:latin typeface="Calibri"/>
              <a:cs typeface="Calibri"/>
            </a:endParaRPr>
          </a:p>
          <a:p>
            <a:pPr marL="184785" marR="5080">
              <a:lnSpc>
                <a:spcPct val="91600"/>
              </a:lnSpc>
              <a:spcBef>
                <a:spcPts val="85"/>
              </a:spcBef>
            </a:pPr>
            <a:r>
              <a:rPr sz="1600" spc="-10" dirty="0">
                <a:latin typeface="Calibri"/>
                <a:cs typeface="Calibri"/>
              </a:rPr>
              <a:t>operation,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i.e., </a:t>
            </a:r>
            <a:r>
              <a:rPr sz="1600" dirty="0">
                <a:latin typeface="Calibri"/>
                <a:cs typeface="Calibri"/>
              </a:rPr>
              <a:t>insert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update operations.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947659" y="3616452"/>
            <a:ext cx="1663064" cy="533400"/>
          </a:xfrm>
          <a:custGeom>
            <a:avLst/>
            <a:gdLst/>
            <a:ahLst/>
            <a:cxnLst/>
            <a:rect l="l" t="t" r="r" b="b"/>
            <a:pathLst>
              <a:path w="1663065" h="533400">
                <a:moveTo>
                  <a:pt x="1662683" y="0"/>
                </a:moveTo>
                <a:lnTo>
                  <a:pt x="0" y="0"/>
                </a:lnTo>
                <a:lnTo>
                  <a:pt x="0" y="533400"/>
                </a:lnTo>
                <a:lnTo>
                  <a:pt x="1662683" y="533400"/>
                </a:lnTo>
                <a:lnTo>
                  <a:pt x="1662683" y="0"/>
                </a:lnTo>
                <a:close/>
              </a:path>
            </a:pathLst>
          </a:custGeom>
          <a:solidFill>
            <a:srgbClr val="4BC2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947659" y="3616452"/>
            <a:ext cx="1663064" cy="533400"/>
          </a:xfrm>
          <a:prstGeom prst="rect">
            <a:avLst/>
          </a:prstGeom>
          <a:ln w="12700">
            <a:solidFill>
              <a:srgbClr val="4BC27A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735"/>
              </a:spcBef>
            </a:pPr>
            <a:r>
              <a:rPr sz="1900" b="1" spc="-10" dirty="0">
                <a:solidFill>
                  <a:srgbClr val="FFFFFF"/>
                </a:solidFill>
                <a:latin typeface="Calibri"/>
                <a:cs typeface="Calibri"/>
              </a:rPr>
              <a:t>Merge: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158985" y="3695446"/>
            <a:ext cx="594995" cy="593725"/>
            <a:chOff x="9158985" y="3695446"/>
            <a:chExt cx="594995" cy="593725"/>
          </a:xfrm>
        </p:grpSpPr>
        <p:sp>
          <p:nvSpPr>
            <p:cNvPr id="36" name="object 36"/>
            <p:cNvSpPr/>
            <p:nvPr/>
          </p:nvSpPr>
          <p:spPr>
            <a:xfrm>
              <a:off x="9165335" y="3701796"/>
              <a:ext cx="582295" cy="581025"/>
            </a:xfrm>
            <a:custGeom>
              <a:avLst/>
              <a:gdLst/>
              <a:ahLst/>
              <a:cxnLst/>
              <a:rect l="l" t="t" r="r" b="b"/>
              <a:pathLst>
                <a:path w="582295" h="581025">
                  <a:moveTo>
                    <a:pt x="291084" y="0"/>
                  </a:moveTo>
                  <a:lnTo>
                    <a:pt x="243863" y="3798"/>
                  </a:lnTo>
                  <a:lnTo>
                    <a:pt x="199070" y="14794"/>
                  </a:lnTo>
                  <a:lnTo>
                    <a:pt x="157304" y="32393"/>
                  </a:lnTo>
                  <a:lnTo>
                    <a:pt x="119164" y="55997"/>
                  </a:lnTo>
                  <a:lnTo>
                    <a:pt x="85248" y="85010"/>
                  </a:lnTo>
                  <a:lnTo>
                    <a:pt x="56156" y="118835"/>
                  </a:lnTo>
                  <a:lnTo>
                    <a:pt x="32486" y="156875"/>
                  </a:lnTo>
                  <a:lnTo>
                    <a:pt x="14837" y="198534"/>
                  </a:lnTo>
                  <a:lnTo>
                    <a:pt x="3809" y="243215"/>
                  </a:lnTo>
                  <a:lnTo>
                    <a:pt x="0" y="290321"/>
                  </a:lnTo>
                  <a:lnTo>
                    <a:pt x="3809" y="337428"/>
                  </a:lnTo>
                  <a:lnTo>
                    <a:pt x="14837" y="382109"/>
                  </a:lnTo>
                  <a:lnTo>
                    <a:pt x="32486" y="423768"/>
                  </a:lnTo>
                  <a:lnTo>
                    <a:pt x="56156" y="461808"/>
                  </a:lnTo>
                  <a:lnTo>
                    <a:pt x="85248" y="495633"/>
                  </a:lnTo>
                  <a:lnTo>
                    <a:pt x="119164" y="524646"/>
                  </a:lnTo>
                  <a:lnTo>
                    <a:pt x="157304" y="548250"/>
                  </a:lnTo>
                  <a:lnTo>
                    <a:pt x="199070" y="565849"/>
                  </a:lnTo>
                  <a:lnTo>
                    <a:pt x="243863" y="576845"/>
                  </a:lnTo>
                  <a:lnTo>
                    <a:pt x="291084" y="580643"/>
                  </a:lnTo>
                  <a:lnTo>
                    <a:pt x="338304" y="576845"/>
                  </a:lnTo>
                  <a:lnTo>
                    <a:pt x="383097" y="565849"/>
                  </a:lnTo>
                  <a:lnTo>
                    <a:pt x="424863" y="548250"/>
                  </a:lnTo>
                  <a:lnTo>
                    <a:pt x="463003" y="524646"/>
                  </a:lnTo>
                  <a:lnTo>
                    <a:pt x="496919" y="495633"/>
                  </a:lnTo>
                  <a:lnTo>
                    <a:pt x="526011" y="461808"/>
                  </a:lnTo>
                  <a:lnTo>
                    <a:pt x="549681" y="423768"/>
                  </a:lnTo>
                  <a:lnTo>
                    <a:pt x="567330" y="382109"/>
                  </a:lnTo>
                  <a:lnTo>
                    <a:pt x="578358" y="337428"/>
                  </a:lnTo>
                  <a:lnTo>
                    <a:pt x="582168" y="290321"/>
                  </a:lnTo>
                  <a:lnTo>
                    <a:pt x="578358" y="243215"/>
                  </a:lnTo>
                  <a:lnTo>
                    <a:pt x="567330" y="198534"/>
                  </a:lnTo>
                  <a:lnTo>
                    <a:pt x="549681" y="156875"/>
                  </a:lnTo>
                  <a:lnTo>
                    <a:pt x="526011" y="118835"/>
                  </a:lnTo>
                  <a:lnTo>
                    <a:pt x="496919" y="85010"/>
                  </a:lnTo>
                  <a:lnTo>
                    <a:pt x="463003" y="55997"/>
                  </a:lnTo>
                  <a:lnTo>
                    <a:pt x="424863" y="32393"/>
                  </a:lnTo>
                  <a:lnTo>
                    <a:pt x="383097" y="14794"/>
                  </a:lnTo>
                  <a:lnTo>
                    <a:pt x="338304" y="3798"/>
                  </a:lnTo>
                  <a:lnTo>
                    <a:pt x="291084" y="0"/>
                  </a:lnTo>
                  <a:close/>
                </a:path>
              </a:pathLst>
            </a:custGeom>
            <a:solidFill>
              <a:srgbClr val="D0E9D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165335" y="3701796"/>
              <a:ext cx="582295" cy="581025"/>
            </a:xfrm>
            <a:custGeom>
              <a:avLst/>
              <a:gdLst/>
              <a:ahLst/>
              <a:cxnLst/>
              <a:rect l="l" t="t" r="r" b="b"/>
              <a:pathLst>
                <a:path w="582295" h="581025">
                  <a:moveTo>
                    <a:pt x="0" y="290321"/>
                  </a:moveTo>
                  <a:lnTo>
                    <a:pt x="3809" y="243215"/>
                  </a:lnTo>
                  <a:lnTo>
                    <a:pt x="14837" y="198534"/>
                  </a:lnTo>
                  <a:lnTo>
                    <a:pt x="32486" y="156875"/>
                  </a:lnTo>
                  <a:lnTo>
                    <a:pt x="56156" y="118835"/>
                  </a:lnTo>
                  <a:lnTo>
                    <a:pt x="85248" y="85010"/>
                  </a:lnTo>
                  <a:lnTo>
                    <a:pt x="119164" y="55997"/>
                  </a:lnTo>
                  <a:lnTo>
                    <a:pt x="157304" y="32393"/>
                  </a:lnTo>
                  <a:lnTo>
                    <a:pt x="199070" y="14794"/>
                  </a:lnTo>
                  <a:lnTo>
                    <a:pt x="243863" y="3798"/>
                  </a:lnTo>
                  <a:lnTo>
                    <a:pt x="291084" y="0"/>
                  </a:lnTo>
                  <a:lnTo>
                    <a:pt x="338304" y="3798"/>
                  </a:lnTo>
                  <a:lnTo>
                    <a:pt x="383097" y="14794"/>
                  </a:lnTo>
                  <a:lnTo>
                    <a:pt x="424863" y="32393"/>
                  </a:lnTo>
                  <a:lnTo>
                    <a:pt x="463003" y="55997"/>
                  </a:lnTo>
                  <a:lnTo>
                    <a:pt x="496919" y="85010"/>
                  </a:lnTo>
                  <a:lnTo>
                    <a:pt x="526011" y="118835"/>
                  </a:lnTo>
                  <a:lnTo>
                    <a:pt x="549681" y="156875"/>
                  </a:lnTo>
                  <a:lnTo>
                    <a:pt x="567330" y="198534"/>
                  </a:lnTo>
                  <a:lnTo>
                    <a:pt x="578358" y="243215"/>
                  </a:lnTo>
                  <a:lnTo>
                    <a:pt x="582168" y="290321"/>
                  </a:lnTo>
                  <a:lnTo>
                    <a:pt x="578358" y="337428"/>
                  </a:lnTo>
                  <a:lnTo>
                    <a:pt x="567330" y="382109"/>
                  </a:lnTo>
                  <a:lnTo>
                    <a:pt x="549681" y="423768"/>
                  </a:lnTo>
                  <a:lnTo>
                    <a:pt x="526011" y="461808"/>
                  </a:lnTo>
                  <a:lnTo>
                    <a:pt x="496919" y="495633"/>
                  </a:lnTo>
                  <a:lnTo>
                    <a:pt x="463003" y="524646"/>
                  </a:lnTo>
                  <a:lnTo>
                    <a:pt x="424863" y="548250"/>
                  </a:lnTo>
                  <a:lnTo>
                    <a:pt x="383097" y="565849"/>
                  </a:lnTo>
                  <a:lnTo>
                    <a:pt x="338304" y="576845"/>
                  </a:lnTo>
                  <a:lnTo>
                    <a:pt x="291084" y="580643"/>
                  </a:lnTo>
                  <a:lnTo>
                    <a:pt x="243863" y="576845"/>
                  </a:lnTo>
                  <a:lnTo>
                    <a:pt x="199070" y="565849"/>
                  </a:lnTo>
                  <a:lnTo>
                    <a:pt x="157304" y="548250"/>
                  </a:lnTo>
                  <a:lnTo>
                    <a:pt x="119164" y="524646"/>
                  </a:lnTo>
                  <a:lnTo>
                    <a:pt x="85248" y="495633"/>
                  </a:lnTo>
                  <a:lnTo>
                    <a:pt x="56156" y="461808"/>
                  </a:lnTo>
                  <a:lnTo>
                    <a:pt x="32486" y="423768"/>
                  </a:lnTo>
                  <a:lnTo>
                    <a:pt x="14837" y="382109"/>
                  </a:lnTo>
                  <a:lnTo>
                    <a:pt x="3809" y="337428"/>
                  </a:lnTo>
                  <a:lnTo>
                    <a:pt x="0" y="290321"/>
                  </a:lnTo>
                  <a:close/>
                </a:path>
              </a:pathLst>
            </a:custGeom>
            <a:ln w="12700">
              <a:solidFill>
                <a:srgbClr val="D2D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/>
          <p:nvPr/>
        </p:nvSpPr>
        <p:spPr>
          <a:xfrm>
            <a:off x="9890759" y="2375916"/>
            <a:ext cx="1663064" cy="1240790"/>
          </a:xfrm>
          <a:custGeom>
            <a:avLst/>
            <a:gdLst/>
            <a:ahLst/>
            <a:cxnLst/>
            <a:rect l="l" t="t" r="r" b="b"/>
            <a:pathLst>
              <a:path w="1663065" h="1240789">
                <a:moveTo>
                  <a:pt x="99187" y="0"/>
                </a:moveTo>
                <a:lnTo>
                  <a:pt x="1563497" y="0"/>
                </a:lnTo>
                <a:lnTo>
                  <a:pt x="1602087" y="7800"/>
                </a:lnTo>
                <a:lnTo>
                  <a:pt x="1633616" y="29067"/>
                </a:lnTo>
                <a:lnTo>
                  <a:pt x="1654883" y="60596"/>
                </a:lnTo>
                <a:lnTo>
                  <a:pt x="1662684" y="99187"/>
                </a:lnTo>
                <a:lnTo>
                  <a:pt x="1662684" y="1240536"/>
                </a:lnTo>
                <a:lnTo>
                  <a:pt x="0" y="1240536"/>
                </a:lnTo>
                <a:lnTo>
                  <a:pt x="0" y="99187"/>
                </a:lnTo>
                <a:lnTo>
                  <a:pt x="7800" y="60596"/>
                </a:lnTo>
                <a:lnTo>
                  <a:pt x="29067" y="29067"/>
                </a:lnTo>
                <a:lnTo>
                  <a:pt x="60596" y="7800"/>
                </a:lnTo>
                <a:lnTo>
                  <a:pt x="99187" y="0"/>
                </a:lnTo>
                <a:close/>
              </a:path>
            </a:pathLst>
          </a:custGeom>
          <a:ln w="12700">
            <a:solidFill>
              <a:srgbClr val="47BC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9928606" y="2420188"/>
            <a:ext cx="1469390" cy="116268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84785" marR="5080" indent="-172720">
              <a:lnSpc>
                <a:spcPct val="91600"/>
              </a:lnSpc>
              <a:spcBef>
                <a:spcPts val="259"/>
              </a:spcBef>
              <a:buChar char="•"/>
              <a:tabLst>
                <a:tab pos="184785" algn="l"/>
              </a:tabLst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used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call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structured </a:t>
            </a:r>
            <a:r>
              <a:rPr sz="1600" dirty="0">
                <a:latin typeface="Calibri"/>
                <a:cs typeface="Calibri"/>
              </a:rPr>
              <a:t>query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language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0" dirty="0">
                <a:latin typeface="Calibri"/>
                <a:cs typeface="Calibri"/>
              </a:rPr>
              <a:t> Java </a:t>
            </a:r>
            <a:r>
              <a:rPr sz="1600" spc="-10" dirty="0">
                <a:latin typeface="Calibri"/>
                <a:cs typeface="Calibri"/>
              </a:rPr>
              <a:t>subprogram.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9890759" y="3616452"/>
            <a:ext cx="1663064" cy="533400"/>
          </a:xfrm>
          <a:custGeom>
            <a:avLst/>
            <a:gdLst/>
            <a:ahLst/>
            <a:cxnLst/>
            <a:rect l="l" t="t" r="r" b="b"/>
            <a:pathLst>
              <a:path w="1663065" h="533400">
                <a:moveTo>
                  <a:pt x="1662683" y="0"/>
                </a:moveTo>
                <a:lnTo>
                  <a:pt x="0" y="0"/>
                </a:lnTo>
                <a:lnTo>
                  <a:pt x="0" y="533400"/>
                </a:lnTo>
                <a:lnTo>
                  <a:pt x="1662683" y="533400"/>
                </a:lnTo>
                <a:lnTo>
                  <a:pt x="1662683" y="0"/>
                </a:lnTo>
                <a:close/>
              </a:path>
            </a:pathLst>
          </a:custGeom>
          <a:solidFill>
            <a:srgbClr val="47BC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9890759" y="3616452"/>
            <a:ext cx="1663064" cy="533400"/>
          </a:xfrm>
          <a:prstGeom prst="rect">
            <a:avLst/>
          </a:prstGeom>
          <a:ln w="12700">
            <a:solidFill>
              <a:srgbClr val="47BC57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735"/>
              </a:spcBef>
            </a:pPr>
            <a:r>
              <a:rPr sz="1900" b="1" spc="-10" dirty="0">
                <a:solidFill>
                  <a:srgbClr val="FFFFFF"/>
                </a:solidFill>
                <a:latin typeface="Calibri"/>
                <a:cs typeface="Calibri"/>
              </a:rPr>
              <a:t>Call: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1102085" y="3695446"/>
            <a:ext cx="594995" cy="593725"/>
            <a:chOff x="11102085" y="3695446"/>
            <a:chExt cx="594995" cy="593725"/>
          </a:xfrm>
        </p:grpSpPr>
        <p:sp>
          <p:nvSpPr>
            <p:cNvPr id="43" name="object 43"/>
            <p:cNvSpPr/>
            <p:nvPr/>
          </p:nvSpPr>
          <p:spPr>
            <a:xfrm>
              <a:off x="11108435" y="3701796"/>
              <a:ext cx="582295" cy="581025"/>
            </a:xfrm>
            <a:custGeom>
              <a:avLst/>
              <a:gdLst/>
              <a:ahLst/>
              <a:cxnLst/>
              <a:rect l="l" t="t" r="r" b="b"/>
              <a:pathLst>
                <a:path w="582295" h="581025">
                  <a:moveTo>
                    <a:pt x="291084" y="0"/>
                  </a:moveTo>
                  <a:lnTo>
                    <a:pt x="243863" y="3798"/>
                  </a:lnTo>
                  <a:lnTo>
                    <a:pt x="199070" y="14794"/>
                  </a:lnTo>
                  <a:lnTo>
                    <a:pt x="157304" y="32393"/>
                  </a:lnTo>
                  <a:lnTo>
                    <a:pt x="119164" y="55997"/>
                  </a:lnTo>
                  <a:lnTo>
                    <a:pt x="85248" y="85010"/>
                  </a:lnTo>
                  <a:lnTo>
                    <a:pt x="56156" y="118835"/>
                  </a:lnTo>
                  <a:lnTo>
                    <a:pt x="32486" y="156875"/>
                  </a:lnTo>
                  <a:lnTo>
                    <a:pt x="14837" y="198534"/>
                  </a:lnTo>
                  <a:lnTo>
                    <a:pt x="3809" y="243215"/>
                  </a:lnTo>
                  <a:lnTo>
                    <a:pt x="0" y="290321"/>
                  </a:lnTo>
                  <a:lnTo>
                    <a:pt x="3809" y="337428"/>
                  </a:lnTo>
                  <a:lnTo>
                    <a:pt x="14837" y="382109"/>
                  </a:lnTo>
                  <a:lnTo>
                    <a:pt x="32486" y="423768"/>
                  </a:lnTo>
                  <a:lnTo>
                    <a:pt x="56156" y="461808"/>
                  </a:lnTo>
                  <a:lnTo>
                    <a:pt x="85248" y="495633"/>
                  </a:lnTo>
                  <a:lnTo>
                    <a:pt x="119164" y="524646"/>
                  </a:lnTo>
                  <a:lnTo>
                    <a:pt x="157304" y="548250"/>
                  </a:lnTo>
                  <a:lnTo>
                    <a:pt x="199070" y="565849"/>
                  </a:lnTo>
                  <a:lnTo>
                    <a:pt x="243863" y="576845"/>
                  </a:lnTo>
                  <a:lnTo>
                    <a:pt x="291084" y="580643"/>
                  </a:lnTo>
                  <a:lnTo>
                    <a:pt x="338304" y="576845"/>
                  </a:lnTo>
                  <a:lnTo>
                    <a:pt x="383097" y="565849"/>
                  </a:lnTo>
                  <a:lnTo>
                    <a:pt x="424863" y="548250"/>
                  </a:lnTo>
                  <a:lnTo>
                    <a:pt x="463003" y="524646"/>
                  </a:lnTo>
                  <a:lnTo>
                    <a:pt x="496919" y="495633"/>
                  </a:lnTo>
                  <a:lnTo>
                    <a:pt x="526011" y="461808"/>
                  </a:lnTo>
                  <a:lnTo>
                    <a:pt x="549681" y="423768"/>
                  </a:lnTo>
                  <a:lnTo>
                    <a:pt x="567330" y="382109"/>
                  </a:lnTo>
                  <a:lnTo>
                    <a:pt x="578358" y="337428"/>
                  </a:lnTo>
                  <a:lnTo>
                    <a:pt x="582168" y="290321"/>
                  </a:lnTo>
                  <a:lnTo>
                    <a:pt x="578358" y="243215"/>
                  </a:lnTo>
                  <a:lnTo>
                    <a:pt x="567330" y="198534"/>
                  </a:lnTo>
                  <a:lnTo>
                    <a:pt x="549681" y="156875"/>
                  </a:lnTo>
                  <a:lnTo>
                    <a:pt x="526011" y="118835"/>
                  </a:lnTo>
                  <a:lnTo>
                    <a:pt x="496919" y="85010"/>
                  </a:lnTo>
                  <a:lnTo>
                    <a:pt x="463003" y="55997"/>
                  </a:lnTo>
                  <a:lnTo>
                    <a:pt x="424863" y="32393"/>
                  </a:lnTo>
                  <a:lnTo>
                    <a:pt x="383097" y="14794"/>
                  </a:lnTo>
                  <a:lnTo>
                    <a:pt x="338304" y="3798"/>
                  </a:lnTo>
                  <a:lnTo>
                    <a:pt x="291084" y="0"/>
                  </a:lnTo>
                  <a:close/>
                </a:path>
              </a:pathLst>
            </a:custGeom>
            <a:solidFill>
              <a:srgbClr val="D0E7D4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1108435" y="3701796"/>
              <a:ext cx="582295" cy="581025"/>
            </a:xfrm>
            <a:custGeom>
              <a:avLst/>
              <a:gdLst/>
              <a:ahLst/>
              <a:cxnLst/>
              <a:rect l="l" t="t" r="r" b="b"/>
              <a:pathLst>
                <a:path w="582295" h="581025">
                  <a:moveTo>
                    <a:pt x="0" y="290321"/>
                  </a:moveTo>
                  <a:lnTo>
                    <a:pt x="3809" y="243215"/>
                  </a:lnTo>
                  <a:lnTo>
                    <a:pt x="14837" y="198534"/>
                  </a:lnTo>
                  <a:lnTo>
                    <a:pt x="32486" y="156875"/>
                  </a:lnTo>
                  <a:lnTo>
                    <a:pt x="56156" y="118835"/>
                  </a:lnTo>
                  <a:lnTo>
                    <a:pt x="85248" y="85010"/>
                  </a:lnTo>
                  <a:lnTo>
                    <a:pt x="119164" y="55997"/>
                  </a:lnTo>
                  <a:lnTo>
                    <a:pt x="157304" y="32393"/>
                  </a:lnTo>
                  <a:lnTo>
                    <a:pt x="199070" y="14794"/>
                  </a:lnTo>
                  <a:lnTo>
                    <a:pt x="243863" y="3798"/>
                  </a:lnTo>
                  <a:lnTo>
                    <a:pt x="291084" y="0"/>
                  </a:lnTo>
                  <a:lnTo>
                    <a:pt x="338304" y="3798"/>
                  </a:lnTo>
                  <a:lnTo>
                    <a:pt x="383097" y="14794"/>
                  </a:lnTo>
                  <a:lnTo>
                    <a:pt x="424863" y="32393"/>
                  </a:lnTo>
                  <a:lnTo>
                    <a:pt x="463003" y="55997"/>
                  </a:lnTo>
                  <a:lnTo>
                    <a:pt x="496919" y="85010"/>
                  </a:lnTo>
                  <a:lnTo>
                    <a:pt x="526011" y="118835"/>
                  </a:lnTo>
                  <a:lnTo>
                    <a:pt x="549681" y="156875"/>
                  </a:lnTo>
                  <a:lnTo>
                    <a:pt x="567330" y="198534"/>
                  </a:lnTo>
                  <a:lnTo>
                    <a:pt x="578358" y="243215"/>
                  </a:lnTo>
                  <a:lnTo>
                    <a:pt x="582168" y="290321"/>
                  </a:lnTo>
                  <a:lnTo>
                    <a:pt x="578358" y="337428"/>
                  </a:lnTo>
                  <a:lnTo>
                    <a:pt x="567330" y="382109"/>
                  </a:lnTo>
                  <a:lnTo>
                    <a:pt x="549681" y="423768"/>
                  </a:lnTo>
                  <a:lnTo>
                    <a:pt x="526011" y="461808"/>
                  </a:lnTo>
                  <a:lnTo>
                    <a:pt x="496919" y="495633"/>
                  </a:lnTo>
                  <a:lnTo>
                    <a:pt x="463003" y="524646"/>
                  </a:lnTo>
                  <a:lnTo>
                    <a:pt x="424863" y="548250"/>
                  </a:lnTo>
                  <a:lnTo>
                    <a:pt x="383097" y="565849"/>
                  </a:lnTo>
                  <a:lnTo>
                    <a:pt x="338304" y="576845"/>
                  </a:lnTo>
                  <a:lnTo>
                    <a:pt x="291084" y="580643"/>
                  </a:lnTo>
                  <a:lnTo>
                    <a:pt x="243863" y="576845"/>
                  </a:lnTo>
                  <a:lnTo>
                    <a:pt x="199070" y="565849"/>
                  </a:lnTo>
                  <a:lnTo>
                    <a:pt x="157304" y="548250"/>
                  </a:lnTo>
                  <a:lnTo>
                    <a:pt x="119164" y="524646"/>
                  </a:lnTo>
                  <a:lnTo>
                    <a:pt x="85248" y="495633"/>
                  </a:lnTo>
                  <a:lnTo>
                    <a:pt x="56156" y="461808"/>
                  </a:lnTo>
                  <a:lnTo>
                    <a:pt x="32486" y="423768"/>
                  </a:lnTo>
                  <a:lnTo>
                    <a:pt x="14837" y="382109"/>
                  </a:lnTo>
                  <a:lnTo>
                    <a:pt x="3809" y="337428"/>
                  </a:lnTo>
                  <a:lnTo>
                    <a:pt x="0" y="290321"/>
                  </a:lnTo>
                  <a:close/>
                </a:path>
              </a:pathLst>
            </a:custGeom>
            <a:ln w="12700">
              <a:solidFill>
                <a:srgbClr val="D2D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/>
          <p:nvPr/>
        </p:nvSpPr>
        <p:spPr>
          <a:xfrm>
            <a:off x="6976871" y="4570476"/>
            <a:ext cx="1661160" cy="1242060"/>
          </a:xfrm>
          <a:custGeom>
            <a:avLst/>
            <a:gdLst/>
            <a:ahLst/>
            <a:cxnLst/>
            <a:rect l="l" t="t" r="r" b="b"/>
            <a:pathLst>
              <a:path w="1661159" h="1242060">
                <a:moveTo>
                  <a:pt x="99313" y="0"/>
                </a:moveTo>
                <a:lnTo>
                  <a:pt x="1561846" y="0"/>
                </a:lnTo>
                <a:lnTo>
                  <a:pt x="1600509" y="7802"/>
                </a:lnTo>
                <a:lnTo>
                  <a:pt x="1632077" y="29082"/>
                </a:lnTo>
                <a:lnTo>
                  <a:pt x="1653357" y="60650"/>
                </a:lnTo>
                <a:lnTo>
                  <a:pt x="1661159" y="99313"/>
                </a:lnTo>
                <a:lnTo>
                  <a:pt x="1661159" y="1242060"/>
                </a:lnTo>
                <a:lnTo>
                  <a:pt x="0" y="1242060"/>
                </a:lnTo>
                <a:lnTo>
                  <a:pt x="0" y="99313"/>
                </a:lnTo>
                <a:lnTo>
                  <a:pt x="7802" y="60650"/>
                </a:lnTo>
                <a:lnTo>
                  <a:pt x="29082" y="29082"/>
                </a:lnTo>
                <a:lnTo>
                  <a:pt x="60650" y="7802"/>
                </a:lnTo>
                <a:lnTo>
                  <a:pt x="99313" y="0"/>
                </a:lnTo>
                <a:close/>
              </a:path>
            </a:pathLst>
          </a:custGeom>
          <a:ln w="12700">
            <a:solidFill>
              <a:srgbClr val="54B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7013829" y="4616322"/>
            <a:ext cx="1499235" cy="71564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83515" marR="5080" indent="-171450">
              <a:lnSpc>
                <a:spcPct val="91600"/>
              </a:lnSpc>
              <a:spcBef>
                <a:spcPts val="254"/>
              </a:spcBef>
              <a:buChar char="•"/>
              <a:tabLst>
                <a:tab pos="184785" algn="l"/>
              </a:tabLst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has </a:t>
            </a:r>
            <a:r>
              <a:rPr sz="1600" spc="-25" dirty="0">
                <a:latin typeface="Calibri"/>
                <a:cs typeface="Calibri"/>
              </a:rPr>
              <a:t>the 	</a:t>
            </a:r>
            <a:r>
              <a:rPr sz="1600" spc="-10" dirty="0">
                <a:latin typeface="Calibri"/>
                <a:cs typeface="Calibri"/>
              </a:rPr>
              <a:t>parameter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of 	</a:t>
            </a:r>
            <a:r>
              <a:rPr sz="1600" dirty="0">
                <a:latin typeface="Calibri"/>
                <a:cs typeface="Calibri"/>
              </a:rPr>
              <a:t>explaining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data.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6976871" y="5812535"/>
            <a:ext cx="1661160" cy="533400"/>
          </a:xfrm>
          <a:custGeom>
            <a:avLst/>
            <a:gdLst/>
            <a:ahLst/>
            <a:cxnLst/>
            <a:rect l="l" t="t" r="r" b="b"/>
            <a:pathLst>
              <a:path w="1661159" h="533400">
                <a:moveTo>
                  <a:pt x="1661160" y="0"/>
                </a:moveTo>
                <a:lnTo>
                  <a:pt x="0" y="0"/>
                </a:lnTo>
                <a:lnTo>
                  <a:pt x="0" y="533399"/>
                </a:lnTo>
                <a:lnTo>
                  <a:pt x="1661160" y="533399"/>
                </a:lnTo>
                <a:lnTo>
                  <a:pt x="1661160" y="0"/>
                </a:lnTo>
                <a:close/>
              </a:path>
            </a:pathLst>
          </a:custGeom>
          <a:solidFill>
            <a:srgbClr val="54B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6976871" y="5812535"/>
            <a:ext cx="1661160" cy="533400"/>
          </a:xfrm>
          <a:prstGeom prst="rect">
            <a:avLst/>
          </a:prstGeom>
          <a:ln w="12700">
            <a:solidFill>
              <a:srgbClr val="54B6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2390">
              <a:lnSpc>
                <a:spcPts val="1875"/>
              </a:lnSpc>
            </a:pPr>
            <a:r>
              <a:rPr sz="1900" b="1" spc="-10" dirty="0">
                <a:solidFill>
                  <a:srgbClr val="FFFFFF"/>
                </a:solidFill>
                <a:latin typeface="Calibri"/>
                <a:cs typeface="Calibri"/>
              </a:rPr>
              <a:t>Explain</a:t>
            </a:r>
            <a:endParaRPr sz="1900">
              <a:latin typeface="Calibri"/>
              <a:cs typeface="Calibri"/>
            </a:endParaRPr>
          </a:p>
          <a:p>
            <a:pPr marL="72390">
              <a:lnSpc>
                <a:spcPts val="2185"/>
              </a:lnSpc>
            </a:pPr>
            <a:r>
              <a:rPr sz="1900" b="1" spc="-10" dirty="0">
                <a:solidFill>
                  <a:srgbClr val="FFFFFF"/>
                </a:solidFill>
                <a:latin typeface="Calibri"/>
                <a:cs typeface="Calibri"/>
              </a:rPr>
              <a:t>Plan: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8186673" y="5890005"/>
            <a:ext cx="594995" cy="594995"/>
            <a:chOff x="8186673" y="5890005"/>
            <a:chExt cx="594995" cy="594995"/>
          </a:xfrm>
        </p:grpSpPr>
        <p:sp>
          <p:nvSpPr>
            <p:cNvPr id="50" name="object 50"/>
            <p:cNvSpPr/>
            <p:nvPr/>
          </p:nvSpPr>
          <p:spPr>
            <a:xfrm>
              <a:off x="8193023" y="5896355"/>
              <a:ext cx="582295" cy="582295"/>
            </a:xfrm>
            <a:custGeom>
              <a:avLst/>
              <a:gdLst/>
              <a:ahLst/>
              <a:cxnLst/>
              <a:rect l="l" t="t" r="r" b="b"/>
              <a:pathLst>
                <a:path w="582295" h="582295">
                  <a:moveTo>
                    <a:pt x="291083" y="0"/>
                  </a:moveTo>
                  <a:lnTo>
                    <a:pt x="243863" y="3809"/>
                  </a:lnTo>
                  <a:lnTo>
                    <a:pt x="199070" y="14840"/>
                  </a:lnTo>
                  <a:lnTo>
                    <a:pt x="157304" y="32491"/>
                  </a:lnTo>
                  <a:lnTo>
                    <a:pt x="119164" y="56163"/>
                  </a:lnTo>
                  <a:lnTo>
                    <a:pt x="85248" y="85258"/>
                  </a:lnTo>
                  <a:lnTo>
                    <a:pt x="56156" y="119175"/>
                  </a:lnTo>
                  <a:lnTo>
                    <a:pt x="32486" y="157316"/>
                  </a:lnTo>
                  <a:lnTo>
                    <a:pt x="14837" y="199080"/>
                  </a:lnTo>
                  <a:lnTo>
                    <a:pt x="3809" y="243869"/>
                  </a:lnTo>
                  <a:lnTo>
                    <a:pt x="0" y="291084"/>
                  </a:lnTo>
                  <a:lnTo>
                    <a:pt x="3809" y="338298"/>
                  </a:lnTo>
                  <a:lnTo>
                    <a:pt x="14837" y="383087"/>
                  </a:lnTo>
                  <a:lnTo>
                    <a:pt x="32486" y="424851"/>
                  </a:lnTo>
                  <a:lnTo>
                    <a:pt x="56156" y="462992"/>
                  </a:lnTo>
                  <a:lnTo>
                    <a:pt x="85248" y="496909"/>
                  </a:lnTo>
                  <a:lnTo>
                    <a:pt x="119164" y="526004"/>
                  </a:lnTo>
                  <a:lnTo>
                    <a:pt x="157304" y="549676"/>
                  </a:lnTo>
                  <a:lnTo>
                    <a:pt x="199070" y="567327"/>
                  </a:lnTo>
                  <a:lnTo>
                    <a:pt x="243863" y="578358"/>
                  </a:lnTo>
                  <a:lnTo>
                    <a:pt x="291083" y="582168"/>
                  </a:lnTo>
                  <a:lnTo>
                    <a:pt x="338304" y="578358"/>
                  </a:lnTo>
                  <a:lnTo>
                    <a:pt x="383097" y="567327"/>
                  </a:lnTo>
                  <a:lnTo>
                    <a:pt x="424863" y="549676"/>
                  </a:lnTo>
                  <a:lnTo>
                    <a:pt x="463003" y="526004"/>
                  </a:lnTo>
                  <a:lnTo>
                    <a:pt x="496919" y="496909"/>
                  </a:lnTo>
                  <a:lnTo>
                    <a:pt x="526011" y="462992"/>
                  </a:lnTo>
                  <a:lnTo>
                    <a:pt x="549681" y="424851"/>
                  </a:lnTo>
                  <a:lnTo>
                    <a:pt x="567330" y="383087"/>
                  </a:lnTo>
                  <a:lnTo>
                    <a:pt x="578358" y="338298"/>
                  </a:lnTo>
                  <a:lnTo>
                    <a:pt x="582168" y="291084"/>
                  </a:lnTo>
                  <a:lnTo>
                    <a:pt x="578358" y="243869"/>
                  </a:lnTo>
                  <a:lnTo>
                    <a:pt x="567330" y="199080"/>
                  </a:lnTo>
                  <a:lnTo>
                    <a:pt x="549681" y="157316"/>
                  </a:lnTo>
                  <a:lnTo>
                    <a:pt x="526011" y="119175"/>
                  </a:lnTo>
                  <a:lnTo>
                    <a:pt x="496919" y="85258"/>
                  </a:lnTo>
                  <a:lnTo>
                    <a:pt x="463003" y="56163"/>
                  </a:lnTo>
                  <a:lnTo>
                    <a:pt x="424863" y="32491"/>
                  </a:lnTo>
                  <a:lnTo>
                    <a:pt x="383097" y="14840"/>
                  </a:lnTo>
                  <a:lnTo>
                    <a:pt x="338304" y="3809"/>
                  </a:lnTo>
                  <a:lnTo>
                    <a:pt x="291083" y="0"/>
                  </a:lnTo>
                  <a:close/>
                </a:path>
              </a:pathLst>
            </a:custGeom>
            <a:solidFill>
              <a:srgbClr val="D0E4C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193023" y="5896355"/>
              <a:ext cx="582295" cy="582295"/>
            </a:xfrm>
            <a:custGeom>
              <a:avLst/>
              <a:gdLst/>
              <a:ahLst/>
              <a:cxnLst/>
              <a:rect l="l" t="t" r="r" b="b"/>
              <a:pathLst>
                <a:path w="582295" h="582295">
                  <a:moveTo>
                    <a:pt x="0" y="291084"/>
                  </a:moveTo>
                  <a:lnTo>
                    <a:pt x="3809" y="243869"/>
                  </a:lnTo>
                  <a:lnTo>
                    <a:pt x="14837" y="199080"/>
                  </a:lnTo>
                  <a:lnTo>
                    <a:pt x="32486" y="157316"/>
                  </a:lnTo>
                  <a:lnTo>
                    <a:pt x="56156" y="119175"/>
                  </a:lnTo>
                  <a:lnTo>
                    <a:pt x="85248" y="85258"/>
                  </a:lnTo>
                  <a:lnTo>
                    <a:pt x="119164" y="56163"/>
                  </a:lnTo>
                  <a:lnTo>
                    <a:pt x="157304" y="32491"/>
                  </a:lnTo>
                  <a:lnTo>
                    <a:pt x="199070" y="14840"/>
                  </a:lnTo>
                  <a:lnTo>
                    <a:pt x="243863" y="3809"/>
                  </a:lnTo>
                  <a:lnTo>
                    <a:pt x="291083" y="0"/>
                  </a:lnTo>
                  <a:lnTo>
                    <a:pt x="338304" y="3809"/>
                  </a:lnTo>
                  <a:lnTo>
                    <a:pt x="383097" y="14840"/>
                  </a:lnTo>
                  <a:lnTo>
                    <a:pt x="424863" y="32491"/>
                  </a:lnTo>
                  <a:lnTo>
                    <a:pt x="463003" y="56163"/>
                  </a:lnTo>
                  <a:lnTo>
                    <a:pt x="496919" y="85258"/>
                  </a:lnTo>
                  <a:lnTo>
                    <a:pt x="526011" y="119175"/>
                  </a:lnTo>
                  <a:lnTo>
                    <a:pt x="549681" y="157316"/>
                  </a:lnTo>
                  <a:lnTo>
                    <a:pt x="567330" y="199080"/>
                  </a:lnTo>
                  <a:lnTo>
                    <a:pt x="578358" y="243869"/>
                  </a:lnTo>
                  <a:lnTo>
                    <a:pt x="582168" y="291084"/>
                  </a:lnTo>
                  <a:lnTo>
                    <a:pt x="578358" y="338298"/>
                  </a:lnTo>
                  <a:lnTo>
                    <a:pt x="567330" y="383087"/>
                  </a:lnTo>
                  <a:lnTo>
                    <a:pt x="549681" y="424851"/>
                  </a:lnTo>
                  <a:lnTo>
                    <a:pt x="526011" y="462992"/>
                  </a:lnTo>
                  <a:lnTo>
                    <a:pt x="496919" y="496909"/>
                  </a:lnTo>
                  <a:lnTo>
                    <a:pt x="463003" y="526004"/>
                  </a:lnTo>
                  <a:lnTo>
                    <a:pt x="424863" y="549676"/>
                  </a:lnTo>
                  <a:lnTo>
                    <a:pt x="383097" y="567327"/>
                  </a:lnTo>
                  <a:lnTo>
                    <a:pt x="338304" y="578358"/>
                  </a:lnTo>
                  <a:lnTo>
                    <a:pt x="291083" y="582168"/>
                  </a:lnTo>
                  <a:lnTo>
                    <a:pt x="243863" y="578358"/>
                  </a:lnTo>
                  <a:lnTo>
                    <a:pt x="199070" y="567327"/>
                  </a:lnTo>
                  <a:lnTo>
                    <a:pt x="157304" y="549676"/>
                  </a:lnTo>
                  <a:lnTo>
                    <a:pt x="119164" y="526004"/>
                  </a:lnTo>
                  <a:lnTo>
                    <a:pt x="85248" y="496909"/>
                  </a:lnTo>
                  <a:lnTo>
                    <a:pt x="56156" y="462992"/>
                  </a:lnTo>
                  <a:lnTo>
                    <a:pt x="32486" y="424851"/>
                  </a:lnTo>
                  <a:lnTo>
                    <a:pt x="14837" y="383087"/>
                  </a:lnTo>
                  <a:lnTo>
                    <a:pt x="3809" y="338298"/>
                  </a:lnTo>
                  <a:lnTo>
                    <a:pt x="0" y="291084"/>
                  </a:lnTo>
                  <a:close/>
                </a:path>
              </a:pathLst>
            </a:custGeom>
            <a:ln w="12700">
              <a:solidFill>
                <a:srgbClr val="D2D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/>
          <p:nvPr/>
        </p:nvSpPr>
        <p:spPr>
          <a:xfrm>
            <a:off x="8919971" y="4570476"/>
            <a:ext cx="1661160" cy="1242060"/>
          </a:xfrm>
          <a:custGeom>
            <a:avLst/>
            <a:gdLst/>
            <a:ahLst/>
            <a:cxnLst/>
            <a:rect l="l" t="t" r="r" b="b"/>
            <a:pathLst>
              <a:path w="1661159" h="1242060">
                <a:moveTo>
                  <a:pt x="99313" y="0"/>
                </a:moveTo>
                <a:lnTo>
                  <a:pt x="1561846" y="0"/>
                </a:lnTo>
                <a:lnTo>
                  <a:pt x="1600509" y="7802"/>
                </a:lnTo>
                <a:lnTo>
                  <a:pt x="1632077" y="29082"/>
                </a:lnTo>
                <a:lnTo>
                  <a:pt x="1653357" y="60650"/>
                </a:lnTo>
                <a:lnTo>
                  <a:pt x="1661159" y="99313"/>
                </a:lnTo>
                <a:lnTo>
                  <a:pt x="1661159" y="1242060"/>
                </a:lnTo>
                <a:lnTo>
                  <a:pt x="0" y="1242060"/>
                </a:lnTo>
                <a:lnTo>
                  <a:pt x="0" y="99313"/>
                </a:lnTo>
                <a:lnTo>
                  <a:pt x="7802" y="60650"/>
                </a:lnTo>
                <a:lnTo>
                  <a:pt x="29082" y="29082"/>
                </a:lnTo>
                <a:lnTo>
                  <a:pt x="60650" y="7802"/>
                </a:lnTo>
                <a:lnTo>
                  <a:pt x="99313" y="0"/>
                </a:lnTo>
                <a:close/>
              </a:path>
            </a:pathLst>
          </a:custGeom>
          <a:ln w="12700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8957309" y="4616322"/>
            <a:ext cx="1246505" cy="49149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83515" marR="5080" indent="-171450">
              <a:lnSpc>
                <a:spcPts val="1750"/>
              </a:lnSpc>
              <a:spcBef>
                <a:spcPts val="295"/>
              </a:spcBef>
              <a:buChar char="•"/>
              <a:tabLst>
                <a:tab pos="184785" algn="l"/>
              </a:tabLst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controls 	</a:t>
            </a:r>
            <a:r>
              <a:rPr sz="1600" spc="-25" dirty="0">
                <a:latin typeface="Calibri"/>
                <a:cs typeface="Calibri"/>
              </a:rPr>
              <a:t>concurrency.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8919971" y="5812535"/>
            <a:ext cx="1661160" cy="533400"/>
          </a:xfrm>
          <a:custGeom>
            <a:avLst/>
            <a:gdLst/>
            <a:ahLst/>
            <a:cxnLst/>
            <a:rect l="l" t="t" r="r" b="b"/>
            <a:pathLst>
              <a:path w="1661159" h="533400">
                <a:moveTo>
                  <a:pt x="1661160" y="0"/>
                </a:moveTo>
                <a:lnTo>
                  <a:pt x="0" y="0"/>
                </a:lnTo>
                <a:lnTo>
                  <a:pt x="0" y="533399"/>
                </a:lnTo>
                <a:lnTo>
                  <a:pt x="1661160" y="533399"/>
                </a:lnTo>
                <a:lnTo>
                  <a:pt x="1661160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8919971" y="5812535"/>
            <a:ext cx="1661160" cy="533400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2390">
              <a:lnSpc>
                <a:spcPts val="1875"/>
              </a:lnSpc>
            </a:pPr>
            <a:r>
              <a:rPr sz="1900" b="1" spc="-20" dirty="0">
                <a:solidFill>
                  <a:srgbClr val="FFFFFF"/>
                </a:solidFill>
                <a:latin typeface="Calibri"/>
                <a:cs typeface="Calibri"/>
              </a:rPr>
              <a:t>Lock</a:t>
            </a:r>
            <a:endParaRPr sz="1900">
              <a:latin typeface="Calibri"/>
              <a:cs typeface="Calibri"/>
            </a:endParaRPr>
          </a:p>
          <a:p>
            <a:pPr marL="72390">
              <a:lnSpc>
                <a:spcPts val="2185"/>
              </a:lnSpc>
            </a:pPr>
            <a:r>
              <a:rPr sz="1900" b="1" spc="-10" dirty="0">
                <a:solidFill>
                  <a:srgbClr val="FFFFFF"/>
                </a:solidFill>
                <a:latin typeface="Calibri"/>
                <a:cs typeface="Calibri"/>
              </a:rPr>
              <a:t>Table: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10129773" y="5890005"/>
            <a:ext cx="594995" cy="594995"/>
            <a:chOff x="10129773" y="5890005"/>
            <a:chExt cx="594995" cy="594995"/>
          </a:xfrm>
        </p:grpSpPr>
        <p:sp>
          <p:nvSpPr>
            <p:cNvPr id="57" name="object 57"/>
            <p:cNvSpPr/>
            <p:nvPr/>
          </p:nvSpPr>
          <p:spPr>
            <a:xfrm>
              <a:off x="10136123" y="5896355"/>
              <a:ext cx="582295" cy="582295"/>
            </a:xfrm>
            <a:custGeom>
              <a:avLst/>
              <a:gdLst/>
              <a:ahLst/>
              <a:cxnLst/>
              <a:rect l="l" t="t" r="r" b="b"/>
              <a:pathLst>
                <a:path w="582295" h="582295">
                  <a:moveTo>
                    <a:pt x="291083" y="0"/>
                  </a:moveTo>
                  <a:lnTo>
                    <a:pt x="243863" y="3809"/>
                  </a:lnTo>
                  <a:lnTo>
                    <a:pt x="199070" y="14840"/>
                  </a:lnTo>
                  <a:lnTo>
                    <a:pt x="157304" y="32491"/>
                  </a:lnTo>
                  <a:lnTo>
                    <a:pt x="119164" y="56163"/>
                  </a:lnTo>
                  <a:lnTo>
                    <a:pt x="85248" y="85258"/>
                  </a:lnTo>
                  <a:lnTo>
                    <a:pt x="56156" y="119175"/>
                  </a:lnTo>
                  <a:lnTo>
                    <a:pt x="32486" y="157316"/>
                  </a:lnTo>
                  <a:lnTo>
                    <a:pt x="14837" y="199080"/>
                  </a:lnTo>
                  <a:lnTo>
                    <a:pt x="3809" y="243869"/>
                  </a:lnTo>
                  <a:lnTo>
                    <a:pt x="0" y="291084"/>
                  </a:lnTo>
                  <a:lnTo>
                    <a:pt x="3809" y="338298"/>
                  </a:lnTo>
                  <a:lnTo>
                    <a:pt x="14837" y="383087"/>
                  </a:lnTo>
                  <a:lnTo>
                    <a:pt x="32486" y="424851"/>
                  </a:lnTo>
                  <a:lnTo>
                    <a:pt x="56156" y="462992"/>
                  </a:lnTo>
                  <a:lnTo>
                    <a:pt x="85248" y="496909"/>
                  </a:lnTo>
                  <a:lnTo>
                    <a:pt x="119164" y="526004"/>
                  </a:lnTo>
                  <a:lnTo>
                    <a:pt x="157304" y="549676"/>
                  </a:lnTo>
                  <a:lnTo>
                    <a:pt x="199070" y="567327"/>
                  </a:lnTo>
                  <a:lnTo>
                    <a:pt x="243863" y="578358"/>
                  </a:lnTo>
                  <a:lnTo>
                    <a:pt x="291083" y="582168"/>
                  </a:lnTo>
                  <a:lnTo>
                    <a:pt x="338304" y="578358"/>
                  </a:lnTo>
                  <a:lnTo>
                    <a:pt x="383097" y="567327"/>
                  </a:lnTo>
                  <a:lnTo>
                    <a:pt x="424863" y="549676"/>
                  </a:lnTo>
                  <a:lnTo>
                    <a:pt x="463003" y="526004"/>
                  </a:lnTo>
                  <a:lnTo>
                    <a:pt x="496919" y="496909"/>
                  </a:lnTo>
                  <a:lnTo>
                    <a:pt x="526011" y="462992"/>
                  </a:lnTo>
                  <a:lnTo>
                    <a:pt x="549681" y="424851"/>
                  </a:lnTo>
                  <a:lnTo>
                    <a:pt x="567330" y="383087"/>
                  </a:lnTo>
                  <a:lnTo>
                    <a:pt x="578358" y="338298"/>
                  </a:lnTo>
                  <a:lnTo>
                    <a:pt x="582168" y="291084"/>
                  </a:lnTo>
                  <a:lnTo>
                    <a:pt x="578358" y="243869"/>
                  </a:lnTo>
                  <a:lnTo>
                    <a:pt x="567330" y="199080"/>
                  </a:lnTo>
                  <a:lnTo>
                    <a:pt x="549681" y="157316"/>
                  </a:lnTo>
                  <a:lnTo>
                    <a:pt x="526011" y="119175"/>
                  </a:lnTo>
                  <a:lnTo>
                    <a:pt x="496919" y="85258"/>
                  </a:lnTo>
                  <a:lnTo>
                    <a:pt x="463003" y="56163"/>
                  </a:lnTo>
                  <a:lnTo>
                    <a:pt x="424863" y="32491"/>
                  </a:lnTo>
                  <a:lnTo>
                    <a:pt x="383097" y="14840"/>
                  </a:lnTo>
                  <a:lnTo>
                    <a:pt x="338304" y="3809"/>
                  </a:lnTo>
                  <a:lnTo>
                    <a:pt x="291083" y="0"/>
                  </a:lnTo>
                  <a:close/>
                </a:path>
              </a:pathLst>
            </a:custGeom>
            <a:solidFill>
              <a:srgbClr val="D4E2C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0136123" y="5896355"/>
              <a:ext cx="582295" cy="582295"/>
            </a:xfrm>
            <a:custGeom>
              <a:avLst/>
              <a:gdLst/>
              <a:ahLst/>
              <a:cxnLst/>
              <a:rect l="l" t="t" r="r" b="b"/>
              <a:pathLst>
                <a:path w="582295" h="582295">
                  <a:moveTo>
                    <a:pt x="0" y="291084"/>
                  </a:moveTo>
                  <a:lnTo>
                    <a:pt x="3809" y="243869"/>
                  </a:lnTo>
                  <a:lnTo>
                    <a:pt x="14837" y="199080"/>
                  </a:lnTo>
                  <a:lnTo>
                    <a:pt x="32486" y="157316"/>
                  </a:lnTo>
                  <a:lnTo>
                    <a:pt x="56156" y="119175"/>
                  </a:lnTo>
                  <a:lnTo>
                    <a:pt x="85248" y="85258"/>
                  </a:lnTo>
                  <a:lnTo>
                    <a:pt x="119164" y="56163"/>
                  </a:lnTo>
                  <a:lnTo>
                    <a:pt x="157304" y="32491"/>
                  </a:lnTo>
                  <a:lnTo>
                    <a:pt x="199070" y="14840"/>
                  </a:lnTo>
                  <a:lnTo>
                    <a:pt x="243863" y="3809"/>
                  </a:lnTo>
                  <a:lnTo>
                    <a:pt x="291083" y="0"/>
                  </a:lnTo>
                  <a:lnTo>
                    <a:pt x="338304" y="3809"/>
                  </a:lnTo>
                  <a:lnTo>
                    <a:pt x="383097" y="14840"/>
                  </a:lnTo>
                  <a:lnTo>
                    <a:pt x="424863" y="32491"/>
                  </a:lnTo>
                  <a:lnTo>
                    <a:pt x="463003" y="56163"/>
                  </a:lnTo>
                  <a:lnTo>
                    <a:pt x="496919" y="85258"/>
                  </a:lnTo>
                  <a:lnTo>
                    <a:pt x="526011" y="119175"/>
                  </a:lnTo>
                  <a:lnTo>
                    <a:pt x="549681" y="157316"/>
                  </a:lnTo>
                  <a:lnTo>
                    <a:pt x="567330" y="199080"/>
                  </a:lnTo>
                  <a:lnTo>
                    <a:pt x="578358" y="243869"/>
                  </a:lnTo>
                  <a:lnTo>
                    <a:pt x="582168" y="291084"/>
                  </a:lnTo>
                  <a:lnTo>
                    <a:pt x="578358" y="338298"/>
                  </a:lnTo>
                  <a:lnTo>
                    <a:pt x="567330" y="383087"/>
                  </a:lnTo>
                  <a:lnTo>
                    <a:pt x="549681" y="424851"/>
                  </a:lnTo>
                  <a:lnTo>
                    <a:pt x="526011" y="462992"/>
                  </a:lnTo>
                  <a:lnTo>
                    <a:pt x="496919" y="496909"/>
                  </a:lnTo>
                  <a:lnTo>
                    <a:pt x="463003" y="526004"/>
                  </a:lnTo>
                  <a:lnTo>
                    <a:pt x="424863" y="549676"/>
                  </a:lnTo>
                  <a:lnTo>
                    <a:pt x="383097" y="567327"/>
                  </a:lnTo>
                  <a:lnTo>
                    <a:pt x="338304" y="578358"/>
                  </a:lnTo>
                  <a:lnTo>
                    <a:pt x="291083" y="582168"/>
                  </a:lnTo>
                  <a:lnTo>
                    <a:pt x="243863" y="578358"/>
                  </a:lnTo>
                  <a:lnTo>
                    <a:pt x="199070" y="567327"/>
                  </a:lnTo>
                  <a:lnTo>
                    <a:pt x="157304" y="549676"/>
                  </a:lnTo>
                  <a:lnTo>
                    <a:pt x="119164" y="526004"/>
                  </a:lnTo>
                  <a:lnTo>
                    <a:pt x="85248" y="496909"/>
                  </a:lnTo>
                  <a:lnTo>
                    <a:pt x="56156" y="462992"/>
                  </a:lnTo>
                  <a:lnTo>
                    <a:pt x="32486" y="424851"/>
                  </a:lnTo>
                  <a:lnTo>
                    <a:pt x="14837" y="383087"/>
                  </a:lnTo>
                  <a:lnTo>
                    <a:pt x="3809" y="338298"/>
                  </a:lnTo>
                  <a:lnTo>
                    <a:pt x="0" y="291084"/>
                  </a:lnTo>
                  <a:close/>
                </a:path>
              </a:pathLst>
            </a:custGeom>
            <a:ln w="12700">
              <a:solidFill>
                <a:srgbClr val="D2D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318008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latin typeface="Calibri Light"/>
                <a:cs typeface="Calibri Light"/>
              </a:rPr>
              <a:t>Data</a:t>
            </a:r>
            <a:r>
              <a:rPr sz="4000" spc="-170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Control </a:t>
            </a:r>
            <a:r>
              <a:rPr sz="4000" dirty="0">
                <a:latin typeface="Calibri Light"/>
                <a:cs typeface="Calibri Light"/>
              </a:rPr>
              <a:t>Language</a:t>
            </a:r>
            <a:r>
              <a:rPr sz="4000" spc="-185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(DCL)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167" y="1686560"/>
            <a:ext cx="5064760" cy="329692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DCL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stands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ata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ontrol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L</a:t>
            </a:r>
            <a:r>
              <a:rPr sz="2400" spc="-10" dirty="0">
                <a:latin typeface="Calibri"/>
                <a:cs typeface="Calibri"/>
              </a:rPr>
              <a:t>anguage.</a:t>
            </a:r>
            <a:endParaRPr sz="2400">
              <a:latin typeface="Calibri"/>
              <a:cs typeface="Calibri"/>
            </a:endParaRPr>
          </a:p>
          <a:p>
            <a:pPr marL="240029" marR="679450" indent="-227329">
              <a:lnSpc>
                <a:spcPts val="259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retrieve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 	</a:t>
            </a:r>
            <a:r>
              <a:rPr sz="2400" dirty="0">
                <a:latin typeface="Calibri"/>
                <a:cs typeface="Calibri"/>
              </a:rPr>
              <a:t>saved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DCL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execution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transactional.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rollback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parameters.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9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(But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Oracle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execution 	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control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language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have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rolling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back.)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32791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60" dirty="0">
                <a:latin typeface="Calibri Light"/>
                <a:cs typeface="Calibri Light"/>
              </a:rPr>
              <a:t>Tasks</a:t>
            </a:r>
            <a:r>
              <a:rPr sz="4000" spc="-14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come </a:t>
            </a:r>
            <a:r>
              <a:rPr sz="4000" dirty="0">
                <a:latin typeface="Calibri Light"/>
                <a:cs typeface="Calibri Light"/>
              </a:rPr>
              <a:t>under</a:t>
            </a:r>
            <a:r>
              <a:rPr sz="4000" spc="-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DCL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38798" y="1978591"/>
            <a:ext cx="381000" cy="95376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800" b="1" spc="-20" dirty="0">
                <a:latin typeface="Calibri"/>
                <a:cs typeface="Calibri"/>
              </a:rPr>
              <a:t>Grant: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513321" y="1633473"/>
            <a:ext cx="1995805" cy="4092575"/>
            <a:chOff x="6513321" y="1633473"/>
            <a:chExt cx="1995805" cy="4092575"/>
          </a:xfrm>
        </p:grpSpPr>
        <p:sp>
          <p:nvSpPr>
            <p:cNvPr id="5" name="object 5"/>
            <p:cNvSpPr/>
            <p:nvPr/>
          </p:nvSpPr>
          <p:spPr>
            <a:xfrm>
              <a:off x="6519671" y="1639823"/>
              <a:ext cx="1983105" cy="4079875"/>
            </a:xfrm>
            <a:custGeom>
              <a:avLst/>
              <a:gdLst/>
              <a:ahLst/>
              <a:cxnLst/>
              <a:rect l="l" t="t" r="r" b="b"/>
              <a:pathLst>
                <a:path w="1983104" h="4079875">
                  <a:moveTo>
                    <a:pt x="1982724" y="0"/>
                  </a:moveTo>
                  <a:lnTo>
                    <a:pt x="0" y="0"/>
                  </a:lnTo>
                  <a:lnTo>
                    <a:pt x="0" y="4079748"/>
                  </a:lnTo>
                  <a:lnTo>
                    <a:pt x="1982724" y="4079748"/>
                  </a:lnTo>
                  <a:lnTo>
                    <a:pt x="198272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19671" y="1639823"/>
              <a:ext cx="1983105" cy="4079875"/>
            </a:xfrm>
            <a:custGeom>
              <a:avLst/>
              <a:gdLst/>
              <a:ahLst/>
              <a:cxnLst/>
              <a:rect l="l" t="t" r="r" b="b"/>
              <a:pathLst>
                <a:path w="1983104" h="4079875">
                  <a:moveTo>
                    <a:pt x="0" y="4079748"/>
                  </a:moveTo>
                  <a:lnTo>
                    <a:pt x="1982724" y="4079748"/>
                  </a:lnTo>
                  <a:lnTo>
                    <a:pt x="1982724" y="0"/>
                  </a:lnTo>
                  <a:lnTo>
                    <a:pt x="0" y="0"/>
                  </a:lnTo>
                  <a:lnTo>
                    <a:pt x="0" y="407974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519671" y="1911095"/>
            <a:ext cx="1983105" cy="3808729"/>
          </a:xfrm>
          <a:prstGeom prst="rect">
            <a:avLst/>
          </a:prstGeom>
          <a:solidFill>
            <a:srgbClr val="5B9BD4"/>
          </a:solidFill>
          <a:ln w="12700">
            <a:solidFill>
              <a:srgbClr val="FFFFFF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421005" marR="234950" indent="-229235">
              <a:lnSpc>
                <a:spcPct val="91600"/>
              </a:lnSpc>
              <a:spcBef>
                <a:spcPts val="480"/>
              </a:spcBef>
              <a:buChar char="•"/>
              <a:tabLst>
                <a:tab pos="421005" algn="l"/>
              </a:tabLst>
            </a:pP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2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give</a:t>
            </a:r>
            <a:r>
              <a:rPr sz="2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Calibri"/>
                <a:cs typeface="Calibri"/>
              </a:rPr>
              <a:t>user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access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privileges</a:t>
            </a:r>
            <a:r>
              <a:rPr sz="21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database.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15558" y="1107694"/>
            <a:ext cx="808355" cy="810260"/>
            <a:chOff x="6115558" y="1107694"/>
            <a:chExt cx="808355" cy="810260"/>
          </a:xfrm>
        </p:grpSpPr>
        <p:sp>
          <p:nvSpPr>
            <p:cNvPr id="9" name="object 9"/>
            <p:cNvSpPr/>
            <p:nvPr/>
          </p:nvSpPr>
          <p:spPr>
            <a:xfrm>
              <a:off x="6121908" y="1114044"/>
              <a:ext cx="795655" cy="797560"/>
            </a:xfrm>
            <a:custGeom>
              <a:avLst/>
              <a:gdLst/>
              <a:ahLst/>
              <a:cxnLst/>
              <a:rect l="l" t="t" r="r" b="b"/>
              <a:pathLst>
                <a:path w="795654" h="797560">
                  <a:moveTo>
                    <a:pt x="795528" y="0"/>
                  </a:moveTo>
                  <a:lnTo>
                    <a:pt x="0" y="0"/>
                  </a:lnTo>
                  <a:lnTo>
                    <a:pt x="0" y="797051"/>
                  </a:lnTo>
                  <a:lnTo>
                    <a:pt x="795528" y="797051"/>
                  </a:lnTo>
                  <a:lnTo>
                    <a:pt x="795528" y="0"/>
                  </a:lnTo>
                  <a:close/>
                </a:path>
              </a:pathLst>
            </a:custGeom>
            <a:solidFill>
              <a:srgbClr val="C4D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21908" y="1114044"/>
              <a:ext cx="795655" cy="797560"/>
            </a:xfrm>
            <a:custGeom>
              <a:avLst/>
              <a:gdLst/>
              <a:ahLst/>
              <a:cxnLst/>
              <a:rect l="l" t="t" r="r" b="b"/>
              <a:pathLst>
                <a:path w="795654" h="797560">
                  <a:moveTo>
                    <a:pt x="0" y="797051"/>
                  </a:moveTo>
                  <a:lnTo>
                    <a:pt x="795528" y="797051"/>
                  </a:lnTo>
                  <a:lnTo>
                    <a:pt x="795528" y="0"/>
                  </a:lnTo>
                  <a:lnTo>
                    <a:pt x="0" y="0"/>
                  </a:lnTo>
                  <a:lnTo>
                    <a:pt x="0" y="79705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002776" y="1977756"/>
            <a:ext cx="381000" cy="11906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800" b="1" spc="-25" dirty="0">
                <a:latin typeface="Calibri"/>
                <a:cs typeface="Calibri"/>
              </a:rPr>
              <a:t>Revoke: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376918" y="1633473"/>
            <a:ext cx="1995805" cy="4092575"/>
            <a:chOff x="9376918" y="1633473"/>
            <a:chExt cx="1995805" cy="4092575"/>
          </a:xfrm>
        </p:grpSpPr>
        <p:sp>
          <p:nvSpPr>
            <p:cNvPr id="13" name="object 13"/>
            <p:cNvSpPr/>
            <p:nvPr/>
          </p:nvSpPr>
          <p:spPr>
            <a:xfrm>
              <a:off x="9383268" y="1639823"/>
              <a:ext cx="1983105" cy="4079875"/>
            </a:xfrm>
            <a:custGeom>
              <a:avLst/>
              <a:gdLst/>
              <a:ahLst/>
              <a:cxnLst/>
              <a:rect l="l" t="t" r="r" b="b"/>
              <a:pathLst>
                <a:path w="1983104" h="4079875">
                  <a:moveTo>
                    <a:pt x="1982724" y="0"/>
                  </a:moveTo>
                  <a:lnTo>
                    <a:pt x="0" y="0"/>
                  </a:lnTo>
                  <a:lnTo>
                    <a:pt x="0" y="4079748"/>
                  </a:lnTo>
                  <a:lnTo>
                    <a:pt x="1982724" y="4079748"/>
                  </a:lnTo>
                  <a:lnTo>
                    <a:pt x="1982724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383268" y="1639823"/>
              <a:ext cx="1983105" cy="4079875"/>
            </a:xfrm>
            <a:custGeom>
              <a:avLst/>
              <a:gdLst/>
              <a:ahLst/>
              <a:cxnLst/>
              <a:rect l="l" t="t" r="r" b="b"/>
              <a:pathLst>
                <a:path w="1983104" h="4079875">
                  <a:moveTo>
                    <a:pt x="0" y="4079748"/>
                  </a:moveTo>
                  <a:lnTo>
                    <a:pt x="1982724" y="4079748"/>
                  </a:lnTo>
                  <a:lnTo>
                    <a:pt x="1982724" y="0"/>
                  </a:lnTo>
                  <a:lnTo>
                    <a:pt x="0" y="0"/>
                  </a:lnTo>
                  <a:lnTo>
                    <a:pt x="0" y="407974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383268" y="1911095"/>
            <a:ext cx="1983105" cy="3808729"/>
          </a:xfrm>
          <a:prstGeom prst="rect">
            <a:avLst/>
          </a:prstGeom>
          <a:solidFill>
            <a:srgbClr val="6FAC46"/>
          </a:solidFill>
          <a:ln w="12700">
            <a:solidFill>
              <a:srgbClr val="FFFFFF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421005" marR="260350" indent="-228600">
              <a:lnSpc>
                <a:spcPct val="91600"/>
              </a:lnSpc>
              <a:spcBef>
                <a:spcPts val="480"/>
              </a:spcBef>
              <a:buChar char="•"/>
              <a:tabLst>
                <a:tab pos="421005" algn="l"/>
              </a:tabLst>
            </a:pP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2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take</a:t>
            </a:r>
            <a:r>
              <a:rPr sz="21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Calibri"/>
                <a:cs typeface="Calibri"/>
              </a:rPr>
              <a:t>back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permissions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1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user.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979154" y="1107694"/>
            <a:ext cx="808355" cy="810260"/>
            <a:chOff x="8979154" y="1107694"/>
            <a:chExt cx="808355" cy="810260"/>
          </a:xfrm>
        </p:grpSpPr>
        <p:sp>
          <p:nvSpPr>
            <p:cNvPr id="17" name="object 17"/>
            <p:cNvSpPr/>
            <p:nvPr/>
          </p:nvSpPr>
          <p:spPr>
            <a:xfrm>
              <a:off x="8985504" y="1114044"/>
              <a:ext cx="795655" cy="797560"/>
            </a:xfrm>
            <a:custGeom>
              <a:avLst/>
              <a:gdLst/>
              <a:ahLst/>
              <a:cxnLst/>
              <a:rect l="l" t="t" r="r" b="b"/>
              <a:pathLst>
                <a:path w="795654" h="797560">
                  <a:moveTo>
                    <a:pt x="795527" y="0"/>
                  </a:moveTo>
                  <a:lnTo>
                    <a:pt x="0" y="0"/>
                  </a:lnTo>
                  <a:lnTo>
                    <a:pt x="0" y="797051"/>
                  </a:lnTo>
                  <a:lnTo>
                    <a:pt x="795527" y="797051"/>
                  </a:lnTo>
                  <a:lnTo>
                    <a:pt x="795527" y="0"/>
                  </a:lnTo>
                  <a:close/>
                </a:path>
              </a:pathLst>
            </a:custGeom>
            <a:solidFill>
              <a:srgbClr val="C8DB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985504" y="1114044"/>
              <a:ext cx="795655" cy="797560"/>
            </a:xfrm>
            <a:custGeom>
              <a:avLst/>
              <a:gdLst/>
              <a:ahLst/>
              <a:cxnLst/>
              <a:rect l="l" t="t" r="r" b="b"/>
              <a:pathLst>
                <a:path w="795654" h="797560">
                  <a:moveTo>
                    <a:pt x="0" y="797051"/>
                  </a:moveTo>
                  <a:lnTo>
                    <a:pt x="795527" y="797051"/>
                  </a:lnTo>
                  <a:lnTo>
                    <a:pt x="795527" y="0"/>
                  </a:lnTo>
                  <a:lnTo>
                    <a:pt x="0" y="0"/>
                  </a:lnTo>
                  <a:lnTo>
                    <a:pt x="0" y="79705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553203" y="5914135"/>
            <a:ext cx="70154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following</a:t>
            </a:r>
            <a:r>
              <a:rPr sz="1800" spc="-10" dirty="0">
                <a:latin typeface="Calibri"/>
                <a:cs typeface="Calibri"/>
              </a:rPr>
              <a:t> operations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authorization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Revoke: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30" dirty="0">
                <a:latin typeface="Calibri"/>
                <a:cs typeface="Calibri"/>
              </a:rPr>
              <a:t>CONNECT,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INSERT,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USAGE,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EXECUTE,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DELETE,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UPDATE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SELECT.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spc="-10" dirty="0"/>
              <a:t>Transaction Control </a:t>
            </a:r>
            <a:r>
              <a:rPr dirty="0"/>
              <a:t>Language</a:t>
            </a:r>
            <a:r>
              <a:rPr spc="-185" dirty="0"/>
              <a:t> </a:t>
            </a:r>
            <a:r>
              <a:rPr spc="-10" dirty="0"/>
              <a:t>(TCL)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70167" y="2626563"/>
            <a:ext cx="5121910" cy="150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ts val="2735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TCL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by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DML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statement.</a:t>
            </a:r>
            <a:endParaRPr sz="2400">
              <a:latin typeface="Calibri"/>
              <a:cs typeface="Calibri"/>
            </a:endParaRPr>
          </a:p>
          <a:p>
            <a:pPr marL="240029" marR="828040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TCL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grouped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logical 	transaction.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32791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60" dirty="0">
                <a:latin typeface="Calibri Light"/>
                <a:cs typeface="Calibri Light"/>
              </a:rPr>
              <a:t>Tasks</a:t>
            </a:r>
            <a:r>
              <a:rPr sz="4000" spc="-14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come </a:t>
            </a:r>
            <a:r>
              <a:rPr sz="4000" dirty="0">
                <a:latin typeface="Calibri Light"/>
                <a:cs typeface="Calibri Light"/>
              </a:rPr>
              <a:t>under</a:t>
            </a:r>
            <a:r>
              <a:rPr sz="4000" spc="-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TCL</a:t>
            </a:r>
            <a:endParaRPr sz="40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424418" y="2048001"/>
            <a:ext cx="1294765" cy="1486535"/>
            <a:chOff x="8424418" y="2048001"/>
            <a:chExt cx="1294765" cy="1486535"/>
          </a:xfrm>
        </p:grpSpPr>
        <p:sp>
          <p:nvSpPr>
            <p:cNvPr id="4" name="object 4"/>
            <p:cNvSpPr/>
            <p:nvPr/>
          </p:nvSpPr>
          <p:spPr>
            <a:xfrm>
              <a:off x="8430768" y="2054351"/>
              <a:ext cx="1282065" cy="1473835"/>
            </a:xfrm>
            <a:custGeom>
              <a:avLst/>
              <a:gdLst/>
              <a:ahLst/>
              <a:cxnLst/>
              <a:rect l="l" t="t" r="r" b="b"/>
              <a:pathLst>
                <a:path w="1282065" h="1473835">
                  <a:moveTo>
                    <a:pt x="640841" y="0"/>
                  </a:moveTo>
                  <a:lnTo>
                    <a:pt x="0" y="320421"/>
                  </a:lnTo>
                  <a:lnTo>
                    <a:pt x="0" y="1153287"/>
                  </a:lnTo>
                  <a:lnTo>
                    <a:pt x="640841" y="1473708"/>
                  </a:lnTo>
                  <a:lnTo>
                    <a:pt x="1281683" y="1153287"/>
                  </a:lnTo>
                  <a:lnTo>
                    <a:pt x="1281683" y="320421"/>
                  </a:lnTo>
                  <a:lnTo>
                    <a:pt x="640841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30768" y="2054351"/>
              <a:ext cx="1282065" cy="1473835"/>
            </a:xfrm>
            <a:custGeom>
              <a:avLst/>
              <a:gdLst/>
              <a:ahLst/>
              <a:cxnLst/>
              <a:rect l="l" t="t" r="r" b="b"/>
              <a:pathLst>
                <a:path w="1282065" h="1473835">
                  <a:moveTo>
                    <a:pt x="640841" y="0"/>
                  </a:moveTo>
                  <a:lnTo>
                    <a:pt x="1281683" y="320421"/>
                  </a:lnTo>
                  <a:lnTo>
                    <a:pt x="1281683" y="1153287"/>
                  </a:lnTo>
                  <a:lnTo>
                    <a:pt x="640841" y="1473708"/>
                  </a:lnTo>
                  <a:lnTo>
                    <a:pt x="0" y="1153287"/>
                  </a:lnTo>
                  <a:lnTo>
                    <a:pt x="0" y="320421"/>
                  </a:lnTo>
                  <a:lnTo>
                    <a:pt x="640841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720073" y="2642996"/>
            <a:ext cx="7042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Commit: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89668" y="2479929"/>
            <a:ext cx="1390650" cy="58610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ct val="91600"/>
              </a:lnSpc>
              <a:spcBef>
                <a:spcPts val="225"/>
              </a:spcBef>
            </a:pPr>
            <a:r>
              <a:rPr sz="1300" dirty="0">
                <a:latin typeface="Calibri"/>
                <a:cs typeface="Calibri"/>
              </a:rPr>
              <a:t>It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is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used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save</a:t>
            </a:r>
            <a:r>
              <a:rPr sz="1300" spc="-25" dirty="0">
                <a:latin typeface="Calibri"/>
                <a:cs typeface="Calibri"/>
              </a:rPr>
              <a:t> the </a:t>
            </a:r>
            <a:r>
              <a:rPr sz="1300" spc="-10" dirty="0">
                <a:latin typeface="Calibri"/>
                <a:cs typeface="Calibri"/>
              </a:rPr>
              <a:t>transaction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on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the </a:t>
            </a:r>
            <a:r>
              <a:rPr sz="1300" spc="-10" dirty="0">
                <a:latin typeface="Calibri"/>
                <a:cs typeface="Calibri"/>
              </a:rPr>
              <a:t>database.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039102" y="2048001"/>
            <a:ext cx="1985010" cy="2738120"/>
            <a:chOff x="7039102" y="2048001"/>
            <a:chExt cx="1985010" cy="2738120"/>
          </a:xfrm>
        </p:grpSpPr>
        <p:sp>
          <p:nvSpPr>
            <p:cNvPr id="9" name="object 9"/>
            <p:cNvSpPr/>
            <p:nvPr/>
          </p:nvSpPr>
          <p:spPr>
            <a:xfrm>
              <a:off x="7045452" y="2054351"/>
              <a:ext cx="1283335" cy="1473835"/>
            </a:xfrm>
            <a:custGeom>
              <a:avLst/>
              <a:gdLst/>
              <a:ahLst/>
              <a:cxnLst/>
              <a:rect l="l" t="t" r="r" b="b"/>
              <a:pathLst>
                <a:path w="1283334" h="1473835">
                  <a:moveTo>
                    <a:pt x="641603" y="0"/>
                  </a:moveTo>
                  <a:lnTo>
                    <a:pt x="0" y="320801"/>
                  </a:lnTo>
                  <a:lnTo>
                    <a:pt x="0" y="1152906"/>
                  </a:lnTo>
                  <a:lnTo>
                    <a:pt x="641603" y="1473708"/>
                  </a:lnTo>
                  <a:lnTo>
                    <a:pt x="1283207" y="1152906"/>
                  </a:lnTo>
                  <a:lnTo>
                    <a:pt x="1283207" y="320801"/>
                  </a:lnTo>
                  <a:lnTo>
                    <a:pt x="641603" y="0"/>
                  </a:lnTo>
                  <a:close/>
                </a:path>
              </a:pathLst>
            </a:custGeom>
            <a:solidFill>
              <a:srgbClr val="52C9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45452" y="2054351"/>
              <a:ext cx="1283335" cy="1473835"/>
            </a:xfrm>
            <a:custGeom>
              <a:avLst/>
              <a:gdLst/>
              <a:ahLst/>
              <a:cxnLst/>
              <a:rect l="l" t="t" r="r" b="b"/>
              <a:pathLst>
                <a:path w="1283334" h="1473835">
                  <a:moveTo>
                    <a:pt x="641603" y="0"/>
                  </a:moveTo>
                  <a:lnTo>
                    <a:pt x="1283207" y="320801"/>
                  </a:lnTo>
                  <a:lnTo>
                    <a:pt x="1283207" y="1152906"/>
                  </a:lnTo>
                  <a:lnTo>
                    <a:pt x="641603" y="1473708"/>
                  </a:lnTo>
                  <a:lnTo>
                    <a:pt x="0" y="1152906"/>
                  </a:lnTo>
                  <a:lnTo>
                    <a:pt x="0" y="320801"/>
                  </a:lnTo>
                  <a:lnTo>
                    <a:pt x="641603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35824" y="3305555"/>
              <a:ext cx="1282065" cy="1473835"/>
            </a:xfrm>
            <a:custGeom>
              <a:avLst/>
              <a:gdLst/>
              <a:ahLst/>
              <a:cxnLst/>
              <a:rect l="l" t="t" r="r" b="b"/>
              <a:pathLst>
                <a:path w="1282065" h="1473835">
                  <a:moveTo>
                    <a:pt x="640842" y="0"/>
                  </a:moveTo>
                  <a:lnTo>
                    <a:pt x="0" y="320421"/>
                  </a:lnTo>
                  <a:lnTo>
                    <a:pt x="0" y="1153287"/>
                  </a:lnTo>
                  <a:lnTo>
                    <a:pt x="640842" y="1473708"/>
                  </a:lnTo>
                  <a:lnTo>
                    <a:pt x="1281683" y="1153287"/>
                  </a:lnTo>
                  <a:lnTo>
                    <a:pt x="1281683" y="320421"/>
                  </a:lnTo>
                  <a:lnTo>
                    <a:pt x="640842" y="0"/>
                  </a:lnTo>
                  <a:close/>
                </a:path>
              </a:pathLst>
            </a:custGeom>
            <a:solidFill>
              <a:srgbClr val="48BE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35824" y="3305555"/>
              <a:ext cx="1282065" cy="1473835"/>
            </a:xfrm>
            <a:custGeom>
              <a:avLst/>
              <a:gdLst/>
              <a:ahLst/>
              <a:cxnLst/>
              <a:rect l="l" t="t" r="r" b="b"/>
              <a:pathLst>
                <a:path w="1282065" h="1473835">
                  <a:moveTo>
                    <a:pt x="640842" y="0"/>
                  </a:moveTo>
                  <a:lnTo>
                    <a:pt x="1281683" y="320421"/>
                  </a:lnTo>
                  <a:lnTo>
                    <a:pt x="1281683" y="1153287"/>
                  </a:lnTo>
                  <a:lnTo>
                    <a:pt x="640842" y="1473708"/>
                  </a:lnTo>
                  <a:lnTo>
                    <a:pt x="0" y="1153287"/>
                  </a:lnTo>
                  <a:lnTo>
                    <a:pt x="0" y="320421"/>
                  </a:lnTo>
                  <a:lnTo>
                    <a:pt x="640842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005064" y="3893896"/>
            <a:ext cx="74549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Rollback: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07378" y="3640582"/>
            <a:ext cx="1440815" cy="76771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715" indent="124460" algn="r">
              <a:lnSpc>
                <a:spcPts val="1430"/>
              </a:lnSpc>
              <a:spcBef>
                <a:spcPts val="250"/>
              </a:spcBef>
            </a:pPr>
            <a:r>
              <a:rPr sz="1300" dirty="0">
                <a:latin typeface="Calibri"/>
                <a:cs typeface="Calibri"/>
              </a:rPr>
              <a:t>It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used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restore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database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to </a:t>
            </a:r>
            <a:r>
              <a:rPr sz="1300" dirty="0">
                <a:latin typeface="Calibri"/>
                <a:cs typeface="Calibri"/>
              </a:rPr>
              <a:t>original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since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last</a:t>
            </a:r>
            <a:endParaRPr sz="1300">
              <a:latin typeface="Calibri"/>
              <a:cs typeface="Calibri"/>
            </a:endParaRPr>
          </a:p>
          <a:p>
            <a:pPr marR="5080" algn="r">
              <a:lnSpc>
                <a:spcPts val="1400"/>
              </a:lnSpc>
            </a:pPr>
            <a:r>
              <a:rPr sz="1300" spc="-10" dirty="0">
                <a:latin typeface="Calibri"/>
                <a:cs typeface="Calibri"/>
              </a:rPr>
              <a:t>Commit.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113266" y="3299205"/>
            <a:ext cx="1296035" cy="1486535"/>
            <a:chOff x="9113266" y="3299205"/>
            <a:chExt cx="1296035" cy="1486535"/>
          </a:xfrm>
        </p:grpSpPr>
        <p:sp>
          <p:nvSpPr>
            <p:cNvPr id="16" name="object 16"/>
            <p:cNvSpPr/>
            <p:nvPr/>
          </p:nvSpPr>
          <p:spPr>
            <a:xfrm>
              <a:off x="9119616" y="3305555"/>
              <a:ext cx="1283335" cy="1473835"/>
            </a:xfrm>
            <a:custGeom>
              <a:avLst/>
              <a:gdLst/>
              <a:ahLst/>
              <a:cxnLst/>
              <a:rect l="l" t="t" r="r" b="b"/>
              <a:pathLst>
                <a:path w="1283334" h="1473835">
                  <a:moveTo>
                    <a:pt x="641603" y="0"/>
                  </a:moveTo>
                  <a:lnTo>
                    <a:pt x="0" y="320802"/>
                  </a:lnTo>
                  <a:lnTo>
                    <a:pt x="0" y="1152906"/>
                  </a:lnTo>
                  <a:lnTo>
                    <a:pt x="641603" y="1473708"/>
                  </a:lnTo>
                  <a:lnTo>
                    <a:pt x="1283207" y="1152906"/>
                  </a:lnTo>
                  <a:lnTo>
                    <a:pt x="1283207" y="320802"/>
                  </a:lnTo>
                  <a:lnTo>
                    <a:pt x="641603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19616" y="3305555"/>
              <a:ext cx="1283335" cy="1473835"/>
            </a:xfrm>
            <a:custGeom>
              <a:avLst/>
              <a:gdLst/>
              <a:ahLst/>
              <a:cxnLst/>
              <a:rect l="l" t="t" r="r" b="b"/>
              <a:pathLst>
                <a:path w="1283334" h="1473835">
                  <a:moveTo>
                    <a:pt x="641603" y="0"/>
                  </a:moveTo>
                  <a:lnTo>
                    <a:pt x="1283207" y="320802"/>
                  </a:lnTo>
                  <a:lnTo>
                    <a:pt x="1283207" y="1152906"/>
                  </a:lnTo>
                  <a:lnTo>
                    <a:pt x="641603" y="1473708"/>
                  </a:lnTo>
                  <a:lnTo>
                    <a:pt x="0" y="1152906"/>
                  </a:lnTo>
                  <a:lnTo>
                    <a:pt x="0" y="320802"/>
                  </a:lnTo>
                  <a:lnTo>
                    <a:pt x="641603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358</Words>
  <Application>Microsoft Office PowerPoint</Application>
  <PresentationFormat>Widescreen</PresentationFormat>
  <Paragraphs>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 MT</vt:lpstr>
      <vt:lpstr>Calibri</vt:lpstr>
      <vt:lpstr>Calibri Light</vt:lpstr>
      <vt:lpstr>Office Theme</vt:lpstr>
      <vt:lpstr>PowerPoint Presentation</vt:lpstr>
      <vt:lpstr>Database Languages in DBMS</vt:lpstr>
      <vt:lpstr>PowerPoint Presentation</vt:lpstr>
      <vt:lpstr>PowerPoint Presentation</vt:lpstr>
      <vt:lpstr>Data Manipulation Language (DML)</vt:lpstr>
      <vt:lpstr>PowerPoint Presentation</vt:lpstr>
      <vt:lpstr>PowerPoint Presentation</vt:lpstr>
      <vt:lpstr>PowerPoint Presentation</vt:lpstr>
      <vt:lpstr>Transaction Control Language (TCL)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Hammad Waseem</dc:creator>
  <cp:lastModifiedBy>Windows User</cp:lastModifiedBy>
  <cp:revision>1</cp:revision>
  <dcterms:created xsi:type="dcterms:W3CDTF">2025-06-30T07:18:58Z</dcterms:created>
  <dcterms:modified xsi:type="dcterms:W3CDTF">2025-06-30T07:28:02Z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2023-12-14T00:00:00Z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2025-06-30T00:00:00Z</vt:filetime>
  </property>
  <property fmtid="{D5CDD505-2E9C-101B-9397-08002B2CF9AE}" pid="5" name="Producer">
    <vt:lpwstr>Microsoft® PowerPoint® for Microsoft 365</vt:lpwstr>
  </property>
</Properties>
</file>