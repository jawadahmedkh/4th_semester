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2231517"/>
            <a:ext cx="3371850" cy="228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167" y="2398903"/>
            <a:ext cx="4933315" cy="1962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4632325" cy="1007968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ts val="3535"/>
              </a:lnSpc>
              <a:spcBef>
                <a:spcPts val="284"/>
              </a:spcBef>
            </a:pPr>
            <a:r>
              <a:rPr sz="3100" smtClean="0">
                <a:latin typeface="Calibri Light"/>
                <a:cs typeface="Calibri Light"/>
              </a:rPr>
              <a:t>Database</a:t>
            </a:r>
            <a:r>
              <a:rPr sz="3100" spc="-175" smtClean="0">
                <a:latin typeface="Calibri Light"/>
                <a:cs typeface="Calibri Light"/>
              </a:rPr>
              <a:t> </a:t>
            </a:r>
            <a:r>
              <a:rPr sz="3100" spc="-10" dirty="0">
                <a:latin typeface="Calibri Light"/>
                <a:cs typeface="Calibri Light"/>
              </a:rPr>
              <a:t>Systems</a:t>
            </a:r>
            <a:endParaRPr sz="3100" dirty="0">
              <a:latin typeface="Calibri Light"/>
              <a:cs typeface="Calibri Light"/>
            </a:endParaRPr>
          </a:p>
          <a:p>
            <a:pPr marL="12700">
              <a:lnSpc>
                <a:spcPts val="3535"/>
              </a:lnSpc>
            </a:pPr>
            <a:r>
              <a:rPr sz="3100" dirty="0">
                <a:latin typeface="Calibri Light"/>
                <a:cs typeface="Calibri Light"/>
              </a:rPr>
              <a:t>[</a:t>
            </a:r>
            <a:r>
              <a:rPr sz="3100" i="1" dirty="0">
                <a:latin typeface="Calibri Light"/>
                <a:cs typeface="Calibri Light"/>
              </a:rPr>
              <a:t>ER</a:t>
            </a:r>
            <a:r>
              <a:rPr sz="3100" i="1" spc="-50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Diagram</a:t>
            </a:r>
            <a:r>
              <a:rPr sz="3100" i="1" spc="-35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Model</a:t>
            </a:r>
            <a:r>
              <a:rPr sz="3100" i="1" spc="-45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in</a:t>
            </a:r>
            <a:r>
              <a:rPr sz="3100" i="1" spc="-45" dirty="0">
                <a:latin typeface="Calibri Light"/>
                <a:cs typeface="Calibri Light"/>
              </a:rPr>
              <a:t> </a:t>
            </a:r>
            <a:r>
              <a:rPr sz="3100" i="1" spc="-10" dirty="0">
                <a:latin typeface="Calibri Light"/>
                <a:cs typeface="Calibri Light"/>
              </a:rPr>
              <a:t>DBMS</a:t>
            </a:r>
            <a:r>
              <a:rPr sz="3100" spc="-10" dirty="0">
                <a:latin typeface="Calibri Light"/>
                <a:cs typeface="Calibri Light"/>
              </a:rPr>
              <a:t>]</a:t>
            </a:r>
            <a:endParaRPr sz="31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31517"/>
            <a:ext cx="268224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ER</a:t>
            </a:r>
            <a:r>
              <a:rPr sz="4000" spc="-10" dirty="0">
                <a:latin typeface="Calibri Light"/>
                <a:cs typeface="Calibri Light"/>
              </a:rPr>
              <a:t> (Entity </a:t>
            </a:r>
            <a:r>
              <a:rPr sz="4000" spc="-20" dirty="0">
                <a:latin typeface="Calibri Light"/>
                <a:cs typeface="Calibri Light"/>
              </a:rPr>
              <a:t>Relationship) </a:t>
            </a:r>
            <a:r>
              <a:rPr sz="4000" dirty="0">
                <a:latin typeface="Calibri Light"/>
                <a:cs typeface="Calibri Light"/>
              </a:rPr>
              <a:t>Diagram</a:t>
            </a:r>
            <a:r>
              <a:rPr sz="4000" spc="-21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in </a:t>
            </a: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674573"/>
            <a:ext cx="5144135" cy="452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Entity-</a:t>
            </a:r>
            <a:endParaRPr sz="2400">
              <a:latin typeface="Calibri"/>
              <a:cs typeface="Calibri"/>
            </a:endParaRPr>
          </a:p>
          <a:p>
            <a:pPr marL="241300" algn="just">
              <a:lnSpc>
                <a:spcPts val="2735"/>
              </a:lnSpc>
            </a:pPr>
            <a:r>
              <a:rPr sz="2400" b="1" dirty="0">
                <a:latin typeface="Calibri"/>
                <a:cs typeface="Calibri"/>
              </a:rPr>
              <a:t>Relationship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high-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118110" indent="-227329" algn="just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1300" marR="60325" indent="-228600" algn="just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308610" algn="l"/>
              </a:tabLst>
            </a:pPr>
            <a:r>
              <a:rPr sz="2400" dirty="0">
                <a:latin typeface="Calibri"/>
                <a:cs typeface="Calibri"/>
              </a:rPr>
              <a:t>	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easy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marR="93980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modeling,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portrayed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b="1" spc="-25" dirty="0">
                <a:latin typeface="Calibri"/>
                <a:cs typeface="Calibri"/>
              </a:rPr>
              <a:t>entity-</a:t>
            </a:r>
            <a:r>
              <a:rPr sz="2400" b="1" dirty="0">
                <a:latin typeface="Calibri"/>
                <a:cs typeface="Calibri"/>
              </a:rPr>
              <a:t>relationship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diagram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698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ERD</a:t>
            </a:r>
            <a:r>
              <a:rPr sz="4000" spc="-2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in</a:t>
            </a:r>
            <a:r>
              <a:rPr sz="4000" spc="-1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812589"/>
            <a:ext cx="5090795" cy="304292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school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6413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an 	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address, 	</a:t>
            </a:r>
            <a:r>
              <a:rPr sz="2400" dirty="0">
                <a:latin typeface="Calibri"/>
                <a:cs typeface="Calibri"/>
              </a:rPr>
              <a:t>name,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	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city,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street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pin 	</a:t>
            </a:r>
            <a:r>
              <a:rPr sz="2400" dirty="0">
                <a:latin typeface="Calibri"/>
                <a:cs typeface="Calibri"/>
              </a:rPr>
              <a:t>code,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9288" y="5928359"/>
            <a:ext cx="1449705" cy="5549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latin typeface="Calibri"/>
                <a:cs typeface="Calibri"/>
              </a:rPr>
              <a:t>student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7216" y="4945379"/>
            <a:ext cx="1270000" cy="492759"/>
          </a:xfrm>
          <a:custGeom>
            <a:avLst/>
            <a:gdLst/>
            <a:ahLst/>
            <a:cxnLst/>
            <a:rect l="l" t="t" r="r" b="b"/>
            <a:pathLst>
              <a:path w="1270000" h="492760">
                <a:moveTo>
                  <a:pt x="0" y="246126"/>
                </a:moveTo>
                <a:lnTo>
                  <a:pt x="12897" y="196534"/>
                </a:lnTo>
                <a:lnTo>
                  <a:pt x="49887" y="150340"/>
                </a:lnTo>
                <a:lnTo>
                  <a:pt x="108415" y="108532"/>
                </a:lnTo>
                <a:lnTo>
                  <a:pt x="144958" y="89584"/>
                </a:lnTo>
                <a:lnTo>
                  <a:pt x="185927" y="72104"/>
                </a:lnTo>
                <a:lnTo>
                  <a:pt x="231005" y="56216"/>
                </a:lnTo>
                <a:lnTo>
                  <a:pt x="279871" y="42045"/>
                </a:lnTo>
                <a:lnTo>
                  <a:pt x="332206" y="29714"/>
                </a:lnTo>
                <a:lnTo>
                  <a:pt x="387691" y="19347"/>
                </a:lnTo>
                <a:lnTo>
                  <a:pt x="446007" y="11068"/>
                </a:lnTo>
                <a:lnTo>
                  <a:pt x="506834" y="5002"/>
                </a:lnTo>
                <a:lnTo>
                  <a:pt x="569853" y="1271"/>
                </a:lnTo>
                <a:lnTo>
                  <a:pt x="634745" y="0"/>
                </a:lnTo>
                <a:lnTo>
                  <a:pt x="699638" y="1271"/>
                </a:lnTo>
                <a:lnTo>
                  <a:pt x="762657" y="5002"/>
                </a:lnTo>
                <a:lnTo>
                  <a:pt x="823484" y="11068"/>
                </a:lnTo>
                <a:lnTo>
                  <a:pt x="881800" y="19347"/>
                </a:lnTo>
                <a:lnTo>
                  <a:pt x="937285" y="29714"/>
                </a:lnTo>
                <a:lnTo>
                  <a:pt x="989620" y="42045"/>
                </a:lnTo>
                <a:lnTo>
                  <a:pt x="1038486" y="56216"/>
                </a:lnTo>
                <a:lnTo>
                  <a:pt x="1083563" y="72104"/>
                </a:lnTo>
                <a:lnTo>
                  <a:pt x="1124533" y="89584"/>
                </a:lnTo>
                <a:lnTo>
                  <a:pt x="1161076" y="108532"/>
                </a:lnTo>
                <a:lnTo>
                  <a:pt x="1219604" y="150340"/>
                </a:lnTo>
                <a:lnTo>
                  <a:pt x="1256594" y="196534"/>
                </a:lnTo>
                <a:lnTo>
                  <a:pt x="1269491" y="246126"/>
                </a:lnTo>
                <a:lnTo>
                  <a:pt x="1266214" y="271284"/>
                </a:lnTo>
                <a:lnTo>
                  <a:pt x="1240951" y="319300"/>
                </a:lnTo>
                <a:lnTo>
                  <a:pt x="1192873" y="363425"/>
                </a:lnTo>
                <a:lnTo>
                  <a:pt x="1124533" y="402667"/>
                </a:lnTo>
                <a:lnTo>
                  <a:pt x="1083563" y="420147"/>
                </a:lnTo>
                <a:lnTo>
                  <a:pt x="1038486" y="436035"/>
                </a:lnTo>
                <a:lnTo>
                  <a:pt x="989620" y="450206"/>
                </a:lnTo>
                <a:lnTo>
                  <a:pt x="937285" y="462537"/>
                </a:lnTo>
                <a:lnTo>
                  <a:pt x="881800" y="472904"/>
                </a:lnTo>
                <a:lnTo>
                  <a:pt x="823484" y="481183"/>
                </a:lnTo>
                <a:lnTo>
                  <a:pt x="762657" y="487249"/>
                </a:lnTo>
                <a:lnTo>
                  <a:pt x="699638" y="490980"/>
                </a:lnTo>
                <a:lnTo>
                  <a:pt x="634745" y="492252"/>
                </a:lnTo>
                <a:lnTo>
                  <a:pt x="569853" y="490980"/>
                </a:lnTo>
                <a:lnTo>
                  <a:pt x="506834" y="487249"/>
                </a:lnTo>
                <a:lnTo>
                  <a:pt x="446007" y="481183"/>
                </a:lnTo>
                <a:lnTo>
                  <a:pt x="387691" y="472904"/>
                </a:lnTo>
                <a:lnTo>
                  <a:pt x="332206" y="462537"/>
                </a:lnTo>
                <a:lnTo>
                  <a:pt x="279871" y="450206"/>
                </a:lnTo>
                <a:lnTo>
                  <a:pt x="231005" y="436035"/>
                </a:lnTo>
                <a:lnTo>
                  <a:pt x="185927" y="420147"/>
                </a:lnTo>
                <a:lnTo>
                  <a:pt x="144958" y="402667"/>
                </a:lnTo>
                <a:lnTo>
                  <a:pt x="108415" y="383719"/>
                </a:lnTo>
                <a:lnTo>
                  <a:pt x="49887" y="341911"/>
                </a:lnTo>
                <a:lnTo>
                  <a:pt x="12897" y="295717"/>
                </a:lnTo>
                <a:lnTo>
                  <a:pt x="0" y="2461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26118" y="5028057"/>
            <a:ext cx="55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4058" y="5515102"/>
            <a:ext cx="1462405" cy="503555"/>
            <a:chOff x="5544058" y="5515102"/>
            <a:chExt cx="1462405" cy="503555"/>
          </a:xfrm>
        </p:grpSpPr>
        <p:sp>
          <p:nvSpPr>
            <p:cNvPr id="8" name="object 8"/>
            <p:cNvSpPr/>
            <p:nvPr/>
          </p:nvSpPr>
          <p:spPr>
            <a:xfrm>
              <a:off x="5550408" y="5521452"/>
              <a:ext cx="1449705" cy="490855"/>
            </a:xfrm>
            <a:custGeom>
              <a:avLst/>
              <a:gdLst/>
              <a:ahLst/>
              <a:cxnLst/>
              <a:rect l="l" t="t" r="r" b="b"/>
              <a:pathLst>
                <a:path w="1449704" h="490854">
                  <a:moveTo>
                    <a:pt x="724662" y="0"/>
                  </a:moveTo>
                  <a:lnTo>
                    <a:pt x="654878" y="1123"/>
                  </a:lnTo>
                  <a:lnTo>
                    <a:pt x="586971" y="4424"/>
                  </a:lnTo>
                  <a:lnTo>
                    <a:pt x="521242" y="9800"/>
                  </a:lnTo>
                  <a:lnTo>
                    <a:pt x="457996" y="17148"/>
                  </a:lnTo>
                  <a:lnTo>
                    <a:pt x="397537" y="26366"/>
                  </a:lnTo>
                  <a:lnTo>
                    <a:pt x="340169" y="37351"/>
                  </a:lnTo>
                  <a:lnTo>
                    <a:pt x="286195" y="49999"/>
                  </a:lnTo>
                  <a:lnTo>
                    <a:pt x="235920" y="64208"/>
                  </a:lnTo>
                  <a:lnTo>
                    <a:pt x="189647" y="79875"/>
                  </a:lnTo>
                  <a:lnTo>
                    <a:pt x="147680" y="96897"/>
                  </a:lnTo>
                  <a:lnTo>
                    <a:pt x="110322" y="115172"/>
                  </a:lnTo>
                  <a:lnTo>
                    <a:pt x="50652" y="155068"/>
                  </a:lnTo>
                  <a:lnTo>
                    <a:pt x="13068" y="198739"/>
                  </a:lnTo>
                  <a:lnTo>
                    <a:pt x="0" y="245364"/>
                  </a:lnTo>
                  <a:lnTo>
                    <a:pt x="3317" y="268993"/>
                  </a:lnTo>
                  <a:lnTo>
                    <a:pt x="28947" y="314244"/>
                  </a:lnTo>
                  <a:lnTo>
                    <a:pt x="77878" y="356130"/>
                  </a:lnTo>
                  <a:lnTo>
                    <a:pt x="147680" y="393830"/>
                  </a:lnTo>
                  <a:lnTo>
                    <a:pt x="189647" y="410852"/>
                  </a:lnTo>
                  <a:lnTo>
                    <a:pt x="235920" y="426519"/>
                  </a:lnTo>
                  <a:lnTo>
                    <a:pt x="286195" y="440728"/>
                  </a:lnTo>
                  <a:lnTo>
                    <a:pt x="340169" y="453376"/>
                  </a:lnTo>
                  <a:lnTo>
                    <a:pt x="397537" y="464361"/>
                  </a:lnTo>
                  <a:lnTo>
                    <a:pt x="457996" y="473579"/>
                  </a:lnTo>
                  <a:lnTo>
                    <a:pt x="521242" y="480927"/>
                  </a:lnTo>
                  <a:lnTo>
                    <a:pt x="586971" y="486303"/>
                  </a:lnTo>
                  <a:lnTo>
                    <a:pt x="654878" y="489604"/>
                  </a:lnTo>
                  <a:lnTo>
                    <a:pt x="724662" y="490728"/>
                  </a:lnTo>
                  <a:lnTo>
                    <a:pt x="794445" y="489604"/>
                  </a:lnTo>
                  <a:lnTo>
                    <a:pt x="862352" y="486303"/>
                  </a:lnTo>
                  <a:lnTo>
                    <a:pt x="928081" y="480927"/>
                  </a:lnTo>
                  <a:lnTo>
                    <a:pt x="991327" y="473579"/>
                  </a:lnTo>
                  <a:lnTo>
                    <a:pt x="1051786" y="464361"/>
                  </a:lnTo>
                  <a:lnTo>
                    <a:pt x="1109154" y="453376"/>
                  </a:lnTo>
                  <a:lnTo>
                    <a:pt x="1163128" y="440728"/>
                  </a:lnTo>
                  <a:lnTo>
                    <a:pt x="1213403" y="426519"/>
                  </a:lnTo>
                  <a:lnTo>
                    <a:pt x="1259676" y="410852"/>
                  </a:lnTo>
                  <a:lnTo>
                    <a:pt x="1301643" y="393830"/>
                  </a:lnTo>
                  <a:lnTo>
                    <a:pt x="1339001" y="375555"/>
                  </a:lnTo>
                  <a:lnTo>
                    <a:pt x="1398671" y="335659"/>
                  </a:lnTo>
                  <a:lnTo>
                    <a:pt x="1436255" y="291988"/>
                  </a:lnTo>
                  <a:lnTo>
                    <a:pt x="1449323" y="245364"/>
                  </a:lnTo>
                  <a:lnTo>
                    <a:pt x="1446006" y="221734"/>
                  </a:lnTo>
                  <a:lnTo>
                    <a:pt x="1420376" y="176483"/>
                  </a:lnTo>
                  <a:lnTo>
                    <a:pt x="1371445" y="134597"/>
                  </a:lnTo>
                  <a:lnTo>
                    <a:pt x="1301643" y="96897"/>
                  </a:lnTo>
                  <a:lnTo>
                    <a:pt x="1259676" y="79875"/>
                  </a:lnTo>
                  <a:lnTo>
                    <a:pt x="1213403" y="64208"/>
                  </a:lnTo>
                  <a:lnTo>
                    <a:pt x="1163128" y="49999"/>
                  </a:lnTo>
                  <a:lnTo>
                    <a:pt x="1109154" y="37351"/>
                  </a:lnTo>
                  <a:lnTo>
                    <a:pt x="1051786" y="26366"/>
                  </a:lnTo>
                  <a:lnTo>
                    <a:pt x="991327" y="17148"/>
                  </a:lnTo>
                  <a:lnTo>
                    <a:pt x="928081" y="9800"/>
                  </a:lnTo>
                  <a:lnTo>
                    <a:pt x="862352" y="4424"/>
                  </a:lnTo>
                  <a:lnTo>
                    <a:pt x="794445" y="1123"/>
                  </a:lnTo>
                  <a:lnTo>
                    <a:pt x="724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50408" y="5521452"/>
              <a:ext cx="1449705" cy="490855"/>
            </a:xfrm>
            <a:custGeom>
              <a:avLst/>
              <a:gdLst/>
              <a:ahLst/>
              <a:cxnLst/>
              <a:rect l="l" t="t" r="r" b="b"/>
              <a:pathLst>
                <a:path w="1449704" h="490854">
                  <a:moveTo>
                    <a:pt x="0" y="245364"/>
                  </a:moveTo>
                  <a:lnTo>
                    <a:pt x="13068" y="198739"/>
                  </a:lnTo>
                  <a:lnTo>
                    <a:pt x="50652" y="155068"/>
                  </a:lnTo>
                  <a:lnTo>
                    <a:pt x="110322" y="115172"/>
                  </a:lnTo>
                  <a:lnTo>
                    <a:pt x="147680" y="96897"/>
                  </a:lnTo>
                  <a:lnTo>
                    <a:pt x="189647" y="79875"/>
                  </a:lnTo>
                  <a:lnTo>
                    <a:pt x="235920" y="64208"/>
                  </a:lnTo>
                  <a:lnTo>
                    <a:pt x="286195" y="49999"/>
                  </a:lnTo>
                  <a:lnTo>
                    <a:pt x="340169" y="37351"/>
                  </a:lnTo>
                  <a:lnTo>
                    <a:pt x="397537" y="26366"/>
                  </a:lnTo>
                  <a:lnTo>
                    <a:pt x="457996" y="17148"/>
                  </a:lnTo>
                  <a:lnTo>
                    <a:pt x="521242" y="9800"/>
                  </a:lnTo>
                  <a:lnTo>
                    <a:pt x="586971" y="4424"/>
                  </a:lnTo>
                  <a:lnTo>
                    <a:pt x="654878" y="1123"/>
                  </a:lnTo>
                  <a:lnTo>
                    <a:pt x="724662" y="0"/>
                  </a:lnTo>
                  <a:lnTo>
                    <a:pt x="794445" y="1123"/>
                  </a:lnTo>
                  <a:lnTo>
                    <a:pt x="862352" y="4424"/>
                  </a:lnTo>
                  <a:lnTo>
                    <a:pt x="928081" y="9800"/>
                  </a:lnTo>
                  <a:lnTo>
                    <a:pt x="991327" y="17148"/>
                  </a:lnTo>
                  <a:lnTo>
                    <a:pt x="1051786" y="26366"/>
                  </a:lnTo>
                  <a:lnTo>
                    <a:pt x="1109154" y="37351"/>
                  </a:lnTo>
                  <a:lnTo>
                    <a:pt x="1163128" y="49999"/>
                  </a:lnTo>
                  <a:lnTo>
                    <a:pt x="1213403" y="64208"/>
                  </a:lnTo>
                  <a:lnTo>
                    <a:pt x="1259676" y="79875"/>
                  </a:lnTo>
                  <a:lnTo>
                    <a:pt x="1301643" y="96897"/>
                  </a:lnTo>
                  <a:lnTo>
                    <a:pt x="1339001" y="115172"/>
                  </a:lnTo>
                  <a:lnTo>
                    <a:pt x="1398671" y="155068"/>
                  </a:lnTo>
                  <a:lnTo>
                    <a:pt x="1436255" y="198739"/>
                  </a:lnTo>
                  <a:lnTo>
                    <a:pt x="1449323" y="245364"/>
                  </a:lnTo>
                  <a:lnTo>
                    <a:pt x="1446006" y="268993"/>
                  </a:lnTo>
                  <a:lnTo>
                    <a:pt x="1420376" y="314244"/>
                  </a:lnTo>
                  <a:lnTo>
                    <a:pt x="1371445" y="356130"/>
                  </a:lnTo>
                  <a:lnTo>
                    <a:pt x="1301643" y="393830"/>
                  </a:lnTo>
                  <a:lnTo>
                    <a:pt x="1259676" y="410852"/>
                  </a:lnTo>
                  <a:lnTo>
                    <a:pt x="1213403" y="426519"/>
                  </a:lnTo>
                  <a:lnTo>
                    <a:pt x="1163128" y="440728"/>
                  </a:lnTo>
                  <a:lnTo>
                    <a:pt x="1109154" y="453376"/>
                  </a:lnTo>
                  <a:lnTo>
                    <a:pt x="1051786" y="464361"/>
                  </a:lnTo>
                  <a:lnTo>
                    <a:pt x="991327" y="473579"/>
                  </a:lnTo>
                  <a:lnTo>
                    <a:pt x="928081" y="480927"/>
                  </a:lnTo>
                  <a:lnTo>
                    <a:pt x="862352" y="486303"/>
                  </a:lnTo>
                  <a:lnTo>
                    <a:pt x="794445" y="489604"/>
                  </a:lnTo>
                  <a:lnTo>
                    <a:pt x="724662" y="490728"/>
                  </a:lnTo>
                  <a:lnTo>
                    <a:pt x="654878" y="489604"/>
                  </a:lnTo>
                  <a:lnTo>
                    <a:pt x="586971" y="486303"/>
                  </a:lnTo>
                  <a:lnTo>
                    <a:pt x="521242" y="480927"/>
                  </a:lnTo>
                  <a:lnTo>
                    <a:pt x="457996" y="473579"/>
                  </a:lnTo>
                  <a:lnTo>
                    <a:pt x="397537" y="464361"/>
                  </a:lnTo>
                  <a:lnTo>
                    <a:pt x="340169" y="453376"/>
                  </a:lnTo>
                  <a:lnTo>
                    <a:pt x="286195" y="440728"/>
                  </a:lnTo>
                  <a:lnTo>
                    <a:pt x="235920" y="426519"/>
                  </a:lnTo>
                  <a:lnTo>
                    <a:pt x="189647" y="410852"/>
                  </a:lnTo>
                  <a:lnTo>
                    <a:pt x="147680" y="393830"/>
                  </a:lnTo>
                  <a:lnTo>
                    <a:pt x="110322" y="375555"/>
                  </a:lnTo>
                  <a:lnTo>
                    <a:pt x="50652" y="335659"/>
                  </a:lnTo>
                  <a:lnTo>
                    <a:pt x="13068" y="291988"/>
                  </a:lnTo>
                  <a:lnTo>
                    <a:pt x="0" y="24536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902578" y="5602935"/>
            <a:ext cx="744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address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80859" y="4980432"/>
            <a:ext cx="1270000" cy="492759"/>
          </a:xfrm>
          <a:custGeom>
            <a:avLst/>
            <a:gdLst/>
            <a:ahLst/>
            <a:cxnLst/>
            <a:rect l="l" t="t" r="r" b="b"/>
            <a:pathLst>
              <a:path w="1270000" h="492760">
                <a:moveTo>
                  <a:pt x="0" y="246126"/>
                </a:moveTo>
                <a:lnTo>
                  <a:pt x="12897" y="196534"/>
                </a:lnTo>
                <a:lnTo>
                  <a:pt x="49887" y="150340"/>
                </a:lnTo>
                <a:lnTo>
                  <a:pt x="108415" y="108532"/>
                </a:lnTo>
                <a:lnTo>
                  <a:pt x="144958" y="89584"/>
                </a:lnTo>
                <a:lnTo>
                  <a:pt x="185927" y="72104"/>
                </a:lnTo>
                <a:lnTo>
                  <a:pt x="231005" y="56216"/>
                </a:lnTo>
                <a:lnTo>
                  <a:pt x="279871" y="42045"/>
                </a:lnTo>
                <a:lnTo>
                  <a:pt x="332206" y="29714"/>
                </a:lnTo>
                <a:lnTo>
                  <a:pt x="387691" y="19347"/>
                </a:lnTo>
                <a:lnTo>
                  <a:pt x="446007" y="11068"/>
                </a:lnTo>
                <a:lnTo>
                  <a:pt x="506834" y="5002"/>
                </a:lnTo>
                <a:lnTo>
                  <a:pt x="569853" y="1271"/>
                </a:lnTo>
                <a:lnTo>
                  <a:pt x="634746" y="0"/>
                </a:lnTo>
                <a:lnTo>
                  <a:pt x="699638" y="1271"/>
                </a:lnTo>
                <a:lnTo>
                  <a:pt x="762657" y="5002"/>
                </a:lnTo>
                <a:lnTo>
                  <a:pt x="823484" y="11068"/>
                </a:lnTo>
                <a:lnTo>
                  <a:pt x="881800" y="19347"/>
                </a:lnTo>
                <a:lnTo>
                  <a:pt x="937285" y="29714"/>
                </a:lnTo>
                <a:lnTo>
                  <a:pt x="989620" y="42045"/>
                </a:lnTo>
                <a:lnTo>
                  <a:pt x="1038486" y="56216"/>
                </a:lnTo>
                <a:lnTo>
                  <a:pt x="1083564" y="72104"/>
                </a:lnTo>
                <a:lnTo>
                  <a:pt x="1124533" y="89584"/>
                </a:lnTo>
                <a:lnTo>
                  <a:pt x="1161076" y="108532"/>
                </a:lnTo>
                <a:lnTo>
                  <a:pt x="1219604" y="150340"/>
                </a:lnTo>
                <a:lnTo>
                  <a:pt x="1256594" y="196534"/>
                </a:lnTo>
                <a:lnTo>
                  <a:pt x="1269492" y="246126"/>
                </a:lnTo>
                <a:lnTo>
                  <a:pt x="1266214" y="271284"/>
                </a:lnTo>
                <a:lnTo>
                  <a:pt x="1240951" y="319300"/>
                </a:lnTo>
                <a:lnTo>
                  <a:pt x="1192873" y="363425"/>
                </a:lnTo>
                <a:lnTo>
                  <a:pt x="1124533" y="402667"/>
                </a:lnTo>
                <a:lnTo>
                  <a:pt x="1083564" y="420147"/>
                </a:lnTo>
                <a:lnTo>
                  <a:pt x="1038486" y="436035"/>
                </a:lnTo>
                <a:lnTo>
                  <a:pt x="989620" y="450206"/>
                </a:lnTo>
                <a:lnTo>
                  <a:pt x="937285" y="462537"/>
                </a:lnTo>
                <a:lnTo>
                  <a:pt x="881800" y="472904"/>
                </a:lnTo>
                <a:lnTo>
                  <a:pt x="823484" y="481183"/>
                </a:lnTo>
                <a:lnTo>
                  <a:pt x="762657" y="487249"/>
                </a:lnTo>
                <a:lnTo>
                  <a:pt x="699638" y="490980"/>
                </a:lnTo>
                <a:lnTo>
                  <a:pt x="634746" y="492252"/>
                </a:lnTo>
                <a:lnTo>
                  <a:pt x="569853" y="490980"/>
                </a:lnTo>
                <a:lnTo>
                  <a:pt x="506834" y="487249"/>
                </a:lnTo>
                <a:lnTo>
                  <a:pt x="446007" y="481183"/>
                </a:lnTo>
                <a:lnTo>
                  <a:pt x="387691" y="472904"/>
                </a:lnTo>
                <a:lnTo>
                  <a:pt x="332206" y="462537"/>
                </a:lnTo>
                <a:lnTo>
                  <a:pt x="279871" y="450206"/>
                </a:lnTo>
                <a:lnTo>
                  <a:pt x="231005" y="436035"/>
                </a:lnTo>
                <a:lnTo>
                  <a:pt x="185927" y="420147"/>
                </a:lnTo>
                <a:lnTo>
                  <a:pt x="144958" y="402667"/>
                </a:lnTo>
                <a:lnTo>
                  <a:pt x="108415" y="383719"/>
                </a:lnTo>
                <a:lnTo>
                  <a:pt x="49887" y="341911"/>
                </a:lnTo>
                <a:lnTo>
                  <a:pt x="12897" y="295717"/>
                </a:lnTo>
                <a:lnTo>
                  <a:pt x="0" y="2461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17689" y="5062473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95559" y="5437632"/>
            <a:ext cx="1270000" cy="490855"/>
          </a:xfrm>
          <a:custGeom>
            <a:avLst/>
            <a:gdLst/>
            <a:ahLst/>
            <a:cxnLst/>
            <a:rect l="l" t="t" r="r" b="b"/>
            <a:pathLst>
              <a:path w="1270000" h="490854">
                <a:moveTo>
                  <a:pt x="0" y="245364"/>
                </a:moveTo>
                <a:lnTo>
                  <a:pt x="12897" y="195915"/>
                </a:lnTo>
                <a:lnTo>
                  <a:pt x="49887" y="149858"/>
                </a:lnTo>
                <a:lnTo>
                  <a:pt x="108415" y="108179"/>
                </a:lnTo>
                <a:lnTo>
                  <a:pt x="144958" y="89290"/>
                </a:lnTo>
                <a:lnTo>
                  <a:pt x="185927" y="71866"/>
                </a:lnTo>
                <a:lnTo>
                  <a:pt x="231005" y="56029"/>
                </a:lnTo>
                <a:lnTo>
                  <a:pt x="279871" y="41904"/>
                </a:lnTo>
                <a:lnTo>
                  <a:pt x="332206" y="29614"/>
                </a:lnTo>
                <a:lnTo>
                  <a:pt x="387691" y="19282"/>
                </a:lnTo>
                <a:lnTo>
                  <a:pt x="446007" y="11031"/>
                </a:lnTo>
                <a:lnTo>
                  <a:pt x="506834" y="4984"/>
                </a:lnTo>
                <a:lnTo>
                  <a:pt x="569853" y="1266"/>
                </a:lnTo>
                <a:lnTo>
                  <a:pt x="634746" y="0"/>
                </a:lnTo>
                <a:lnTo>
                  <a:pt x="699638" y="1266"/>
                </a:lnTo>
                <a:lnTo>
                  <a:pt x="762657" y="4984"/>
                </a:lnTo>
                <a:lnTo>
                  <a:pt x="823484" y="11031"/>
                </a:lnTo>
                <a:lnTo>
                  <a:pt x="881800" y="19282"/>
                </a:lnTo>
                <a:lnTo>
                  <a:pt x="937285" y="29614"/>
                </a:lnTo>
                <a:lnTo>
                  <a:pt x="989620" y="41904"/>
                </a:lnTo>
                <a:lnTo>
                  <a:pt x="1038486" y="56029"/>
                </a:lnTo>
                <a:lnTo>
                  <a:pt x="1083564" y="71866"/>
                </a:lnTo>
                <a:lnTo>
                  <a:pt x="1124533" y="89290"/>
                </a:lnTo>
                <a:lnTo>
                  <a:pt x="1161076" y="108179"/>
                </a:lnTo>
                <a:lnTo>
                  <a:pt x="1219604" y="149858"/>
                </a:lnTo>
                <a:lnTo>
                  <a:pt x="1256594" y="195915"/>
                </a:lnTo>
                <a:lnTo>
                  <a:pt x="1269492" y="245364"/>
                </a:lnTo>
                <a:lnTo>
                  <a:pt x="1266214" y="270450"/>
                </a:lnTo>
                <a:lnTo>
                  <a:pt x="1240951" y="318327"/>
                </a:lnTo>
                <a:lnTo>
                  <a:pt x="1192873" y="362318"/>
                </a:lnTo>
                <a:lnTo>
                  <a:pt x="1124533" y="401437"/>
                </a:lnTo>
                <a:lnTo>
                  <a:pt x="1083564" y="418861"/>
                </a:lnTo>
                <a:lnTo>
                  <a:pt x="1038486" y="434698"/>
                </a:lnTo>
                <a:lnTo>
                  <a:pt x="989620" y="448823"/>
                </a:lnTo>
                <a:lnTo>
                  <a:pt x="937285" y="461113"/>
                </a:lnTo>
                <a:lnTo>
                  <a:pt x="881800" y="471445"/>
                </a:lnTo>
                <a:lnTo>
                  <a:pt x="823484" y="479696"/>
                </a:lnTo>
                <a:lnTo>
                  <a:pt x="762657" y="485743"/>
                </a:lnTo>
                <a:lnTo>
                  <a:pt x="699638" y="489461"/>
                </a:lnTo>
                <a:lnTo>
                  <a:pt x="634746" y="490728"/>
                </a:lnTo>
                <a:lnTo>
                  <a:pt x="569853" y="489461"/>
                </a:lnTo>
                <a:lnTo>
                  <a:pt x="506834" y="485743"/>
                </a:lnTo>
                <a:lnTo>
                  <a:pt x="446007" y="479696"/>
                </a:lnTo>
                <a:lnTo>
                  <a:pt x="387691" y="471445"/>
                </a:lnTo>
                <a:lnTo>
                  <a:pt x="332206" y="461113"/>
                </a:lnTo>
                <a:lnTo>
                  <a:pt x="279871" y="448823"/>
                </a:lnTo>
                <a:lnTo>
                  <a:pt x="231005" y="434698"/>
                </a:lnTo>
                <a:lnTo>
                  <a:pt x="185927" y="418861"/>
                </a:lnTo>
                <a:lnTo>
                  <a:pt x="144958" y="401437"/>
                </a:lnTo>
                <a:lnTo>
                  <a:pt x="108415" y="382548"/>
                </a:lnTo>
                <a:lnTo>
                  <a:pt x="49887" y="340869"/>
                </a:lnTo>
                <a:lnTo>
                  <a:pt x="12897" y="294812"/>
                </a:lnTo>
                <a:lnTo>
                  <a:pt x="0" y="24536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653521" y="5519420"/>
            <a:ext cx="35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87895" y="5437632"/>
            <a:ext cx="4042410" cy="768985"/>
          </a:xfrm>
          <a:custGeom>
            <a:avLst/>
            <a:gdLst/>
            <a:ahLst/>
            <a:cxnLst/>
            <a:rect l="l" t="t" r="r" b="b"/>
            <a:pathLst>
              <a:path w="4042409" h="768985">
                <a:moveTo>
                  <a:pt x="0" y="502920"/>
                </a:moveTo>
                <a:lnTo>
                  <a:pt x="1230756" y="768527"/>
                </a:lnTo>
              </a:path>
              <a:path w="4042409" h="768985">
                <a:moveTo>
                  <a:pt x="726948" y="35052"/>
                </a:moveTo>
                <a:lnTo>
                  <a:pt x="1955164" y="491667"/>
                </a:lnTo>
              </a:path>
              <a:path w="4042409" h="768985">
                <a:moveTo>
                  <a:pt x="2813430" y="0"/>
                </a:moveTo>
                <a:lnTo>
                  <a:pt x="1955292" y="491248"/>
                </a:lnTo>
              </a:path>
              <a:path w="4042409" h="768985">
                <a:moveTo>
                  <a:pt x="4042409" y="490728"/>
                </a:moveTo>
                <a:lnTo>
                  <a:pt x="2680715" y="76796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779852"/>
            <a:ext cx="296608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i="0" dirty="0">
                <a:latin typeface="Calibri Light"/>
                <a:cs typeface="Calibri Light"/>
              </a:rPr>
              <a:t>Component</a:t>
            </a:r>
            <a:r>
              <a:rPr i="0" spc="-55" dirty="0">
                <a:latin typeface="Calibri Light"/>
                <a:cs typeface="Calibri Light"/>
              </a:rPr>
              <a:t> </a:t>
            </a:r>
            <a:r>
              <a:rPr i="0" spc="-25" dirty="0">
                <a:latin typeface="Calibri Light"/>
                <a:cs typeface="Calibri Light"/>
              </a:rPr>
              <a:t>of </a:t>
            </a:r>
            <a:r>
              <a:rPr i="0" dirty="0">
                <a:latin typeface="Calibri Light"/>
                <a:cs typeface="Calibri Light"/>
              </a:rPr>
              <a:t>ER</a:t>
            </a:r>
            <a:r>
              <a:rPr i="0" spc="-10" dirty="0">
                <a:latin typeface="Calibri Light"/>
                <a:cs typeface="Calibri Light"/>
              </a:rPr>
              <a:t> 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9129" y="1036663"/>
            <a:ext cx="5010800" cy="47256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849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Entity/</a:t>
            </a:r>
            <a:r>
              <a:rPr sz="4000" spc="-13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Object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739849"/>
            <a:ext cx="5093335" cy="32810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442595" indent="-227329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entity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class, 	</a:t>
            </a:r>
            <a:r>
              <a:rPr sz="2400" dirty="0">
                <a:latin typeface="Calibri"/>
                <a:cs typeface="Calibri"/>
              </a:rPr>
              <a:t>person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anything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participating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54483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spc="-20" dirty="0">
                <a:latin typeface="Calibri"/>
                <a:cs typeface="Calibri"/>
              </a:rPr>
              <a:t>represented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rectangles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spc="-10" dirty="0">
                <a:latin typeface="Calibri"/>
                <a:cs typeface="Calibri"/>
              </a:rPr>
              <a:t>example-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manager,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employee, 	</a:t>
            </a: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spc="-10" dirty="0">
                <a:latin typeface="Calibri"/>
                <a:cs typeface="Calibri"/>
              </a:rPr>
              <a:t>entity.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5386" y="5335851"/>
            <a:ext cx="5857504" cy="856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461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Weak</a:t>
            </a:r>
            <a:r>
              <a:rPr sz="4000" spc="-19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Entity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234310"/>
            <a:ext cx="4705985" cy="22923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17716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another 	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weak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entity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doesn't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own.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b="1" i="1" dirty="0">
                <a:latin typeface="Calibri"/>
                <a:cs typeface="Calibri"/>
              </a:rPr>
              <a:t>double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rectangle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8818" y="5241035"/>
            <a:ext cx="4180738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1266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Attribute/ </a:t>
            </a:r>
            <a:r>
              <a:rPr sz="4000" spc="-20" dirty="0">
                <a:latin typeface="Calibri Light"/>
                <a:cs typeface="Calibri Light"/>
              </a:rPr>
              <a:t>Properties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133091"/>
            <a:ext cx="4903470" cy="24949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property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(characteristics)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entity. 	</a:t>
            </a:r>
            <a:r>
              <a:rPr sz="2400" b="1" i="1" dirty="0">
                <a:latin typeface="Calibri"/>
                <a:cs typeface="Calibri"/>
              </a:rPr>
              <a:t>Eclipse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spc="-10" dirty="0">
                <a:latin typeface="Calibri"/>
                <a:cs typeface="Calibri"/>
              </a:rPr>
              <a:t>attribute.</a:t>
            </a:r>
            <a:endParaRPr sz="2400">
              <a:latin typeface="Calibri"/>
              <a:cs typeface="Calibri"/>
            </a:endParaRPr>
          </a:p>
          <a:p>
            <a:pPr marL="240029" marR="15240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 	</a:t>
            </a:r>
            <a:r>
              <a:rPr sz="2400" dirty="0">
                <a:latin typeface="Calibri"/>
                <a:cs typeface="Calibri"/>
              </a:rPr>
              <a:t>name,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student.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5656" y="5928359"/>
            <a:ext cx="1493520" cy="5549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latin typeface="Calibri"/>
                <a:cs typeface="Calibri"/>
              </a:rPr>
              <a:t>student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92540" y="4945379"/>
            <a:ext cx="1308100" cy="492759"/>
          </a:xfrm>
          <a:custGeom>
            <a:avLst/>
            <a:gdLst/>
            <a:ahLst/>
            <a:cxnLst/>
            <a:rect l="l" t="t" r="r" b="b"/>
            <a:pathLst>
              <a:path w="1308100" h="492760">
                <a:moveTo>
                  <a:pt x="0" y="246126"/>
                </a:moveTo>
                <a:lnTo>
                  <a:pt x="13283" y="196534"/>
                </a:lnTo>
                <a:lnTo>
                  <a:pt x="51381" y="150340"/>
                </a:lnTo>
                <a:lnTo>
                  <a:pt x="111663" y="108532"/>
                </a:lnTo>
                <a:lnTo>
                  <a:pt x="149301" y="89584"/>
                </a:lnTo>
                <a:lnTo>
                  <a:pt x="191500" y="72104"/>
                </a:lnTo>
                <a:lnTo>
                  <a:pt x="237929" y="56216"/>
                </a:lnTo>
                <a:lnTo>
                  <a:pt x="288261" y="42045"/>
                </a:lnTo>
                <a:lnTo>
                  <a:pt x="342167" y="29714"/>
                </a:lnTo>
                <a:lnTo>
                  <a:pt x="399317" y="19347"/>
                </a:lnTo>
                <a:lnTo>
                  <a:pt x="459384" y="11068"/>
                </a:lnTo>
                <a:lnTo>
                  <a:pt x="522039" y="5002"/>
                </a:lnTo>
                <a:lnTo>
                  <a:pt x="586952" y="1271"/>
                </a:lnTo>
                <a:lnTo>
                  <a:pt x="653795" y="0"/>
                </a:lnTo>
                <a:lnTo>
                  <a:pt x="720639" y="1271"/>
                </a:lnTo>
                <a:lnTo>
                  <a:pt x="785552" y="5002"/>
                </a:lnTo>
                <a:lnTo>
                  <a:pt x="848207" y="11068"/>
                </a:lnTo>
                <a:lnTo>
                  <a:pt x="908274" y="19347"/>
                </a:lnTo>
                <a:lnTo>
                  <a:pt x="965424" y="29714"/>
                </a:lnTo>
                <a:lnTo>
                  <a:pt x="1019330" y="42045"/>
                </a:lnTo>
                <a:lnTo>
                  <a:pt x="1069662" y="56216"/>
                </a:lnTo>
                <a:lnTo>
                  <a:pt x="1116091" y="72104"/>
                </a:lnTo>
                <a:lnTo>
                  <a:pt x="1158290" y="89584"/>
                </a:lnTo>
                <a:lnTo>
                  <a:pt x="1195928" y="108532"/>
                </a:lnTo>
                <a:lnTo>
                  <a:pt x="1228678" y="128826"/>
                </a:lnTo>
                <a:lnTo>
                  <a:pt x="1278196" y="172951"/>
                </a:lnTo>
                <a:lnTo>
                  <a:pt x="1304216" y="220967"/>
                </a:lnTo>
                <a:lnTo>
                  <a:pt x="1307591" y="246126"/>
                </a:lnTo>
                <a:lnTo>
                  <a:pt x="1304216" y="271284"/>
                </a:lnTo>
                <a:lnTo>
                  <a:pt x="1278196" y="319300"/>
                </a:lnTo>
                <a:lnTo>
                  <a:pt x="1228678" y="363425"/>
                </a:lnTo>
                <a:lnTo>
                  <a:pt x="1195928" y="383719"/>
                </a:lnTo>
                <a:lnTo>
                  <a:pt x="1158290" y="402667"/>
                </a:lnTo>
                <a:lnTo>
                  <a:pt x="1116091" y="420147"/>
                </a:lnTo>
                <a:lnTo>
                  <a:pt x="1069662" y="436035"/>
                </a:lnTo>
                <a:lnTo>
                  <a:pt x="1019330" y="450206"/>
                </a:lnTo>
                <a:lnTo>
                  <a:pt x="965424" y="462537"/>
                </a:lnTo>
                <a:lnTo>
                  <a:pt x="908274" y="472904"/>
                </a:lnTo>
                <a:lnTo>
                  <a:pt x="848207" y="481183"/>
                </a:lnTo>
                <a:lnTo>
                  <a:pt x="785552" y="487249"/>
                </a:lnTo>
                <a:lnTo>
                  <a:pt x="720639" y="490980"/>
                </a:lnTo>
                <a:lnTo>
                  <a:pt x="653795" y="492252"/>
                </a:lnTo>
                <a:lnTo>
                  <a:pt x="586952" y="490980"/>
                </a:lnTo>
                <a:lnTo>
                  <a:pt x="522039" y="487249"/>
                </a:lnTo>
                <a:lnTo>
                  <a:pt x="459384" y="481183"/>
                </a:lnTo>
                <a:lnTo>
                  <a:pt x="399317" y="472904"/>
                </a:lnTo>
                <a:lnTo>
                  <a:pt x="342167" y="462537"/>
                </a:lnTo>
                <a:lnTo>
                  <a:pt x="288261" y="450206"/>
                </a:lnTo>
                <a:lnTo>
                  <a:pt x="237929" y="436035"/>
                </a:lnTo>
                <a:lnTo>
                  <a:pt x="191500" y="420147"/>
                </a:lnTo>
                <a:lnTo>
                  <a:pt x="149301" y="402667"/>
                </a:lnTo>
                <a:lnTo>
                  <a:pt x="111663" y="383719"/>
                </a:lnTo>
                <a:lnTo>
                  <a:pt x="78913" y="363425"/>
                </a:lnTo>
                <a:lnTo>
                  <a:pt x="29395" y="319300"/>
                </a:lnTo>
                <a:lnTo>
                  <a:pt x="3375" y="271284"/>
                </a:lnTo>
                <a:lnTo>
                  <a:pt x="0" y="2461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70618" y="5028057"/>
            <a:ext cx="55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67273" y="5515102"/>
            <a:ext cx="1642110" cy="503555"/>
            <a:chOff x="5367273" y="5515102"/>
            <a:chExt cx="1642110" cy="503555"/>
          </a:xfrm>
        </p:grpSpPr>
        <p:sp>
          <p:nvSpPr>
            <p:cNvPr id="8" name="object 8"/>
            <p:cNvSpPr/>
            <p:nvPr/>
          </p:nvSpPr>
          <p:spPr>
            <a:xfrm>
              <a:off x="5373623" y="5521452"/>
              <a:ext cx="1629410" cy="490855"/>
            </a:xfrm>
            <a:custGeom>
              <a:avLst/>
              <a:gdLst/>
              <a:ahLst/>
              <a:cxnLst/>
              <a:rect l="l" t="t" r="r" b="b"/>
              <a:pathLst>
                <a:path w="1629409" h="490854">
                  <a:moveTo>
                    <a:pt x="814577" y="0"/>
                  </a:moveTo>
                  <a:lnTo>
                    <a:pt x="744299" y="900"/>
                  </a:lnTo>
                  <a:lnTo>
                    <a:pt x="675679" y="3553"/>
                  </a:lnTo>
                  <a:lnTo>
                    <a:pt x="608963" y="7884"/>
                  </a:lnTo>
                  <a:lnTo>
                    <a:pt x="544395" y="13821"/>
                  </a:lnTo>
                  <a:lnTo>
                    <a:pt x="482220" y="21288"/>
                  </a:lnTo>
                  <a:lnTo>
                    <a:pt x="422682" y="30213"/>
                  </a:lnTo>
                  <a:lnTo>
                    <a:pt x="366026" y="40522"/>
                  </a:lnTo>
                  <a:lnTo>
                    <a:pt x="312497" y="52141"/>
                  </a:lnTo>
                  <a:lnTo>
                    <a:pt x="262339" y="64997"/>
                  </a:lnTo>
                  <a:lnTo>
                    <a:pt x="215797" y="79016"/>
                  </a:lnTo>
                  <a:lnTo>
                    <a:pt x="173116" y="94124"/>
                  </a:lnTo>
                  <a:lnTo>
                    <a:pt x="134539" y="110247"/>
                  </a:lnTo>
                  <a:lnTo>
                    <a:pt x="100313" y="127313"/>
                  </a:lnTo>
                  <a:lnTo>
                    <a:pt x="45888" y="163976"/>
                  </a:lnTo>
                  <a:lnTo>
                    <a:pt x="11798" y="203522"/>
                  </a:lnTo>
                  <a:lnTo>
                    <a:pt x="0" y="245364"/>
                  </a:lnTo>
                  <a:lnTo>
                    <a:pt x="2990" y="266534"/>
                  </a:lnTo>
                  <a:lnTo>
                    <a:pt x="26179" y="307302"/>
                  </a:lnTo>
                  <a:lnTo>
                    <a:pt x="70681" y="345480"/>
                  </a:lnTo>
                  <a:lnTo>
                    <a:pt x="134539" y="380480"/>
                  </a:lnTo>
                  <a:lnTo>
                    <a:pt x="173116" y="396603"/>
                  </a:lnTo>
                  <a:lnTo>
                    <a:pt x="215797" y="411711"/>
                  </a:lnTo>
                  <a:lnTo>
                    <a:pt x="262339" y="425730"/>
                  </a:lnTo>
                  <a:lnTo>
                    <a:pt x="312497" y="438586"/>
                  </a:lnTo>
                  <a:lnTo>
                    <a:pt x="366026" y="450205"/>
                  </a:lnTo>
                  <a:lnTo>
                    <a:pt x="422682" y="460514"/>
                  </a:lnTo>
                  <a:lnTo>
                    <a:pt x="482220" y="469439"/>
                  </a:lnTo>
                  <a:lnTo>
                    <a:pt x="544395" y="476906"/>
                  </a:lnTo>
                  <a:lnTo>
                    <a:pt x="608963" y="482843"/>
                  </a:lnTo>
                  <a:lnTo>
                    <a:pt x="675679" y="487174"/>
                  </a:lnTo>
                  <a:lnTo>
                    <a:pt x="744299" y="489827"/>
                  </a:lnTo>
                  <a:lnTo>
                    <a:pt x="814577" y="490728"/>
                  </a:lnTo>
                  <a:lnTo>
                    <a:pt x="884856" y="489827"/>
                  </a:lnTo>
                  <a:lnTo>
                    <a:pt x="953476" y="487174"/>
                  </a:lnTo>
                  <a:lnTo>
                    <a:pt x="1020192" y="482843"/>
                  </a:lnTo>
                  <a:lnTo>
                    <a:pt x="1084760" y="476906"/>
                  </a:lnTo>
                  <a:lnTo>
                    <a:pt x="1146935" y="469439"/>
                  </a:lnTo>
                  <a:lnTo>
                    <a:pt x="1206473" y="460514"/>
                  </a:lnTo>
                  <a:lnTo>
                    <a:pt x="1263129" y="450205"/>
                  </a:lnTo>
                  <a:lnTo>
                    <a:pt x="1316658" y="438586"/>
                  </a:lnTo>
                  <a:lnTo>
                    <a:pt x="1366816" y="425730"/>
                  </a:lnTo>
                  <a:lnTo>
                    <a:pt x="1413358" y="411711"/>
                  </a:lnTo>
                  <a:lnTo>
                    <a:pt x="1456039" y="396603"/>
                  </a:lnTo>
                  <a:lnTo>
                    <a:pt x="1494616" y="380480"/>
                  </a:lnTo>
                  <a:lnTo>
                    <a:pt x="1528842" y="363414"/>
                  </a:lnTo>
                  <a:lnTo>
                    <a:pt x="1583267" y="326751"/>
                  </a:lnTo>
                  <a:lnTo>
                    <a:pt x="1617357" y="287205"/>
                  </a:lnTo>
                  <a:lnTo>
                    <a:pt x="1629155" y="245364"/>
                  </a:lnTo>
                  <a:lnTo>
                    <a:pt x="1626165" y="224193"/>
                  </a:lnTo>
                  <a:lnTo>
                    <a:pt x="1602976" y="183425"/>
                  </a:lnTo>
                  <a:lnTo>
                    <a:pt x="1558474" y="145247"/>
                  </a:lnTo>
                  <a:lnTo>
                    <a:pt x="1494616" y="110247"/>
                  </a:lnTo>
                  <a:lnTo>
                    <a:pt x="1456039" y="94124"/>
                  </a:lnTo>
                  <a:lnTo>
                    <a:pt x="1413358" y="79016"/>
                  </a:lnTo>
                  <a:lnTo>
                    <a:pt x="1366816" y="64997"/>
                  </a:lnTo>
                  <a:lnTo>
                    <a:pt x="1316658" y="52141"/>
                  </a:lnTo>
                  <a:lnTo>
                    <a:pt x="1263129" y="40522"/>
                  </a:lnTo>
                  <a:lnTo>
                    <a:pt x="1206473" y="30213"/>
                  </a:lnTo>
                  <a:lnTo>
                    <a:pt x="1146935" y="21288"/>
                  </a:lnTo>
                  <a:lnTo>
                    <a:pt x="1084760" y="13821"/>
                  </a:lnTo>
                  <a:lnTo>
                    <a:pt x="1020192" y="7884"/>
                  </a:lnTo>
                  <a:lnTo>
                    <a:pt x="953476" y="3553"/>
                  </a:lnTo>
                  <a:lnTo>
                    <a:pt x="884856" y="900"/>
                  </a:lnTo>
                  <a:lnTo>
                    <a:pt x="814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73623" y="5521452"/>
              <a:ext cx="1629410" cy="490855"/>
            </a:xfrm>
            <a:custGeom>
              <a:avLst/>
              <a:gdLst/>
              <a:ahLst/>
              <a:cxnLst/>
              <a:rect l="l" t="t" r="r" b="b"/>
              <a:pathLst>
                <a:path w="1629409" h="490854">
                  <a:moveTo>
                    <a:pt x="0" y="245364"/>
                  </a:moveTo>
                  <a:lnTo>
                    <a:pt x="11798" y="203522"/>
                  </a:lnTo>
                  <a:lnTo>
                    <a:pt x="45888" y="163976"/>
                  </a:lnTo>
                  <a:lnTo>
                    <a:pt x="100313" y="127313"/>
                  </a:lnTo>
                  <a:lnTo>
                    <a:pt x="134539" y="110247"/>
                  </a:lnTo>
                  <a:lnTo>
                    <a:pt x="173116" y="94124"/>
                  </a:lnTo>
                  <a:lnTo>
                    <a:pt x="215797" y="79016"/>
                  </a:lnTo>
                  <a:lnTo>
                    <a:pt x="262339" y="64997"/>
                  </a:lnTo>
                  <a:lnTo>
                    <a:pt x="312497" y="52141"/>
                  </a:lnTo>
                  <a:lnTo>
                    <a:pt x="366026" y="40522"/>
                  </a:lnTo>
                  <a:lnTo>
                    <a:pt x="422682" y="30213"/>
                  </a:lnTo>
                  <a:lnTo>
                    <a:pt x="482220" y="21288"/>
                  </a:lnTo>
                  <a:lnTo>
                    <a:pt x="544395" y="13821"/>
                  </a:lnTo>
                  <a:lnTo>
                    <a:pt x="608963" y="7884"/>
                  </a:lnTo>
                  <a:lnTo>
                    <a:pt x="675679" y="3553"/>
                  </a:lnTo>
                  <a:lnTo>
                    <a:pt x="744299" y="900"/>
                  </a:lnTo>
                  <a:lnTo>
                    <a:pt x="814577" y="0"/>
                  </a:lnTo>
                  <a:lnTo>
                    <a:pt x="884856" y="900"/>
                  </a:lnTo>
                  <a:lnTo>
                    <a:pt x="953476" y="3553"/>
                  </a:lnTo>
                  <a:lnTo>
                    <a:pt x="1020192" y="7884"/>
                  </a:lnTo>
                  <a:lnTo>
                    <a:pt x="1084760" y="13821"/>
                  </a:lnTo>
                  <a:lnTo>
                    <a:pt x="1146935" y="21288"/>
                  </a:lnTo>
                  <a:lnTo>
                    <a:pt x="1206473" y="30213"/>
                  </a:lnTo>
                  <a:lnTo>
                    <a:pt x="1263129" y="40522"/>
                  </a:lnTo>
                  <a:lnTo>
                    <a:pt x="1316658" y="52141"/>
                  </a:lnTo>
                  <a:lnTo>
                    <a:pt x="1366816" y="64997"/>
                  </a:lnTo>
                  <a:lnTo>
                    <a:pt x="1413358" y="79016"/>
                  </a:lnTo>
                  <a:lnTo>
                    <a:pt x="1456039" y="94124"/>
                  </a:lnTo>
                  <a:lnTo>
                    <a:pt x="1494616" y="110247"/>
                  </a:lnTo>
                  <a:lnTo>
                    <a:pt x="1528842" y="127313"/>
                  </a:lnTo>
                  <a:lnTo>
                    <a:pt x="1583267" y="163976"/>
                  </a:lnTo>
                  <a:lnTo>
                    <a:pt x="1617357" y="203522"/>
                  </a:lnTo>
                  <a:lnTo>
                    <a:pt x="1629155" y="245364"/>
                  </a:lnTo>
                  <a:lnTo>
                    <a:pt x="1626165" y="266534"/>
                  </a:lnTo>
                  <a:lnTo>
                    <a:pt x="1602976" y="307302"/>
                  </a:lnTo>
                  <a:lnTo>
                    <a:pt x="1558474" y="345480"/>
                  </a:lnTo>
                  <a:lnTo>
                    <a:pt x="1494616" y="380480"/>
                  </a:lnTo>
                  <a:lnTo>
                    <a:pt x="1456039" y="396603"/>
                  </a:lnTo>
                  <a:lnTo>
                    <a:pt x="1413358" y="411711"/>
                  </a:lnTo>
                  <a:lnTo>
                    <a:pt x="1366816" y="425730"/>
                  </a:lnTo>
                  <a:lnTo>
                    <a:pt x="1316658" y="438586"/>
                  </a:lnTo>
                  <a:lnTo>
                    <a:pt x="1263129" y="450205"/>
                  </a:lnTo>
                  <a:lnTo>
                    <a:pt x="1206473" y="460514"/>
                  </a:lnTo>
                  <a:lnTo>
                    <a:pt x="1146935" y="469439"/>
                  </a:lnTo>
                  <a:lnTo>
                    <a:pt x="1084760" y="476906"/>
                  </a:lnTo>
                  <a:lnTo>
                    <a:pt x="1020192" y="482843"/>
                  </a:lnTo>
                  <a:lnTo>
                    <a:pt x="953476" y="487174"/>
                  </a:lnTo>
                  <a:lnTo>
                    <a:pt x="884856" y="489827"/>
                  </a:lnTo>
                  <a:lnTo>
                    <a:pt x="814577" y="490728"/>
                  </a:lnTo>
                  <a:lnTo>
                    <a:pt x="744299" y="489827"/>
                  </a:lnTo>
                  <a:lnTo>
                    <a:pt x="675679" y="487174"/>
                  </a:lnTo>
                  <a:lnTo>
                    <a:pt x="608963" y="482843"/>
                  </a:lnTo>
                  <a:lnTo>
                    <a:pt x="544395" y="476906"/>
                  </a:lnTo>
                  <a:lnTo>
                    <a:pt x="482220" y="469439"/>
                  </a:lnTo>
                  <a:lnTo>
                    <a:pt x="422682" y="460514"/>
                  </a:lnTo>
                  <a:lnTo>
                    <a:pt x="366026" y="450205"/>
                  </a:lnTo>
                  <a:lnTo>
                    <a:pt x="312497" y="438586"/>
                  </a:lnTo>
                  <a:lnTo>
                    <a:pt x="262339" y="425730"/>
                  </a:lnTo>
                  <a:lnTo>
                    <a:pt x="215797" y="411711"/>
                  </a:lnTo>
                  <a:lnTo>
                    <a:pt x="173116" y="396603"/>
                  </a:lnTo>
                  <a:lnTo>
                    <a:pt x="134539" y="380480"/>
                  </a:lnTo>
                  <a:lnTo>
                    <a:pt x="100313" y="363414"/>
                  </a:lnTo>
                  <a:lnTo>
                    <a:pt x="45888" y="326751"/>
                  </a:lnTo>
                  <a:lnTo>
                    <a:pt x="11798" y="287205"/>
                  </a:lnTo>
                  <a:lnTo>
                    <a:pt x="0" y="24536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00521" y="5602935"/>
            <a:ext cx="976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phone_no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43700" y="4980432"/>
            <a:ext cx="1308100" cy="492759"/>
          </a:xfrm>
          <a:custGeom>
            <a:avLst/>
            <a:gdLst/>
            <a:ahLst/>
            <a:cxnLst/>
            <a:rect l="l" t="t" r="r" b="b"/>
            <a:pathLst>
              <a:path w="1308100" h="492760">
                <a:moveTo>
                  <a:pt x="0" y="246126"/>
                </a:moveTo>
                <a:lnTo>
                  <a:pt x="13283" y="196534"/>
                </a:lnTo>
                <a:lnTo>
                  <a:pt x="51381" y="150340"/>
                </a:lnTo>
                <a:lnTo>
                  <a:pt x="111663" y="108532"/>
                </a:lnTo>
                <a:lnTo>
                  <a:pt x="149301" y="89584"/>
                </a:lnTo>
                <a:lnTo>
                  <a:pt x="191500" y="72104"/>
                </a:lnTo>
                <a:lnTo>
                  <a:pt x="237929" y="56216"/>
                </a:lnTo>
                <a:lnTo>
                  <a:pt x="288261" y="42045"/>
                </a:lnTo>
                <a:lnTo>
                  <a:pt x="342167" y="29714"/>
                </a:lnTo>
                <a:lnTo>
                  <a:pt x="399317" y="19347"/>
                </a:lnTo>
                <a:lnTo>
                  <a:pt x="459384" y="11068"/>
                </a:lnTo>
                <a:lnTo>
                  <a:pt x="522039" y="5002"/>
                </a:lnTo>
                <a:lnTo>
                  <a:pt x="586952" y="1271"/>
                </a:lnTo>
                <a:lnTo>
                  <a:pt x="653796" y="0"/>
                </a:lnTo>
                <a:lnTo>
                  <a:pt x="720639" y="1271"/>
                </a:lnTo>
                <a:lnTo>
                  <a:pt x="785552" y="5002"/>
                </a:lnTo>
                <a:lnTo>
                  <a:pt x="848207" y="11068"/>
                </a:lnTo>
                <a:lnTo>
                  <a:pt x="908274" y="19347"/>
                </a:lnTo>
                <a:lnTo>
                  <a:pt x="965424" y="29714"/>
                </a:lnTo>
                <a:lnTo>
                  <a:pt x="1019330" y="42045"/>
                </a:lnTo>
                <a:lnTo>
                  <a:pt x="1069662" y="56216"/>
                </a:lnTo>
                <a:lnTo>
                  <a:pt x="1116091" y="72104"/>
                </a:lnTo>
                <a:lnTo>
                  <a:pt x="1158290" y="89584"/>
                </a:lnTo>
                <a:lnTo>
                  <a:pt x="1195928" y="108532"/>
                </a:lnTo>
                <a:lnTo>
                  <a:pt x="1228678" y="128826"/>
                </a:lnTo>
                <a:lnTo>
                  <a:pt x="1278196" y="172951"/>
                </a:lnTo>
                <a:lnTo>
                  <a:pt x="1304216" y="220967"/>
                </a:lnTo>
                <a:lnTo>
                  <a:pt x="1307592" y="246126"/>
                </a:lnTo>
                <a:lnTo>
                  <a:pt x="1304216" y="271284"/>
                </a:lnTo>
                <a:lnTo>
                  <a:pt x="1278196" y="319300"/>
                </a:lnTo>
                <a:lnTo>
                  <a:pt x="1228678" y="363425"/>
                </a:lnTo>
                <a:lnTo>
                  <a:pt x="1195928" y="383719"/>
                </a:lnTo>
                <a:lnTo>
                  <a:pt x="1158290" y="402667"/>
                </a:lnTo>
                <a:lnTo>
                  <a:pt x="1116091" y="420147"/>
                </a:lnTo>
                <a:lnTo>
                  <a:pt x="1069662" y="436035"/>
                </a:lnTo>
                <a:lnTo>
                  <a:pt x="1019330" y="450206"/>
                </a:lnTo>
                <a:lnTo>
                  <a:pt x="965424" y="462537"/>
                </a:lnTo>
                <a:lnTo>
                  <a:pt x="908274" y="472904"/>
                </a:lnTo>
                <a:lnTo>
                  <a:pt x="848207" y="481183"/>
                </a:lnTo>
                <a:lnTo>
                  <a:pt x="785552" y="487249"/>
                </a:lnTo>
                <a:lnTo>
                  <a:pt x="720639" y="490980"/>
                </a:lnTo>
                <a:lnTo>
                  <a:pt x="653796" y="492252"/>
                </a:lnTo>
                <a:lnTo>
                  <a:pt x="586952" y="490980"/>
                </a:lnTo>
                <a:lnTo>
                  <a:pt x="522039" y="487249"/>
                </a:lnTo>
                <a:lnTo>
                  <a:pt x="459384" y="481183"/>
                </a:lnTo>
                <a:lnTo>
                  <a:pt x="399317" y="472904"/>
                </a:lnTo>
                <a:lnTo>
                  <a:pt x="342167" y="462537"/>
                </a:lnTo>
                <a:lnTo>
                  <a:pt x="288261" y="450206"/>
                </a:lnTo>
                <a:lnTo>
                  <a:pt x="237929" y="436035"/>
                </a:lnTo>
                <a:lnTo>
                  <a:pt x="191500" y="420147"/>
                </a:lnTo>
                <a:lnTo>
                  <a:pt x="149301" y="402667"/>
                </a:lnTo>
                <a:lnTo>
                  <a:pt x="111663" y="383719"/>
                </a:lnTo>
                <a:lnTo>
                  <a:pt x="78913" y="363425"/>
                </a:lnTo>
                <a:lnTo>
                  <a:pt x="29395" y="319300"/>
                </a:lnTo>
                <a:lnTo>
                  <a:pt x="3375" y="271284"/>
                </a:lnTo>
                <a:lnTo>
                  <a:pt x="0" y="2461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98181" y="5062473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57459" y="5437632"/>
            <a:ext cx="1308100" cy="490855"/>
          </a:xfrm>
          <a:custGeom>
            <a:avLst/>
            <a:gdLst/>
            <a:ahLst/>
            <a:cxnLst/>
            <a:rect l="l" t="t" r="r" b="b"/>
            <a:pathLst>
              <a:path w="1308100" h="490854">
                <a:moveTo>
                  <a:pt x="0" y="245364"/>
                </a:moveTo>
                <a:lnTo>
                  <a:pt x="13283" y="195915"/>
                </a:lnTo>
                <a:lnTo>
                  <a:pt x="51381" y="149858"/>
                </a:lnTo>
                <a:lnTo>
                  <a:pt x="111663" y="108179"/>
                </a:lnTo>
                <a:lnTo>
                  <a:pt x="149301" y="89290"/>
                </a:lnTo>
                <a:lnTo>
                  <a:pt x="191500" y="71866"/>
                </a:lnTo>
                <a:lnTo>
                  <a:pt x="237929" y="56029"/>
                </a:lnTo>
                <a:lnTo>
                  <a:pt x="288261" y="41904"/>
                </a:lnTo>
                <a:lnTo>
                  <a:pt x="342167" y="29614"/>
                </a:lnTo>
                <a:lnTo>
                  <a:pt x="399317" y="19282"/>
                </a:lnTo>
                <a:lnTo>
                  <a:pt x="459384" y="11031"/>
                </a:lnTo>
                <a:lnTo>
                  <a:pt x="522039" y="4984"/>
                </a:lnTo>
                <a:lnTo>
                  <a:pt x="586952" y="1266"/>
                </a:lnTo>
                <a:lnTo>
                  <a:pt x="653796" y="0"/>
                </a:lnTo>
                <a:lnTo>
                  <a:pt x="720639" y="1266"/>
                </a:lnTo>
                <a:lnTo>
                  <a:pt x="785552" y="4984"/>
                </a:lnTo>
                <a:lnTo>
                  <a:pt x="848207" y="11031"/>
                </a:lnTo>
                <a:lnTo>
                  <a:pt x="908274" y="19282"/>
                </a:lnTo>
                <a:lnTo>
                  <a:pt x="965424" y="29614"/>
                </a:lnTo>
                <a:lnTo>
                  <a:pt x="1019330" y="41904"/>
                </a:lnTo>
                <a:lnTo>
                  <a:pt x="1069662" y="56029"/>
                </a:lnTo>
                <a:lnTo>
                  <a:pt x="1116091" y="71866"/>
                </a:lnTo>
                <a:lnTo>
                  <a:pt x="1158290" y="89290"/>
                </a:lnTo>
                <a:lnTo>
                  <a:pt x="1195928" y="108179"/>
                </a:lnTo>
                <a:lnTo>
                  <a:pt x="1228678" y="128409"/>
                </a:lnTo>
                <a:lnTo>
                  <a:pt x="1278196" y="172400"/>
                </a:lnTo>
                <a:lnTo>
                  <a:pt x="1304216" y="220277"/>
                </a:lnTo>
                <a:lnTo>
                  <a:pt x="1307592" y="245364"/>
                </a:lnTo>
                <a:lnTo>
                  <a:pt x="1304216" y="270450"/>
                </a:lnTo>
                <a:lnTo>
                  <a:pt x="1278196" y="318327"/>
                </a:lnTo>
                <a:lnTo>
                  <a:pt x="1228678" y="362318"/>
                </a:lnTo>
                <a:lnTo>
                  <a:pt x="1195928" y="382548"/>
                </a:lnTo>
                <a:lnTo>
                  <a:pt x="1158290" y="401437"/>
                </a:lnTo>
                <a:lnTo>
                  <a:pt x="1116091" y="418861"/>
                </a:lnTo>
                <a:lnTo>
                  <a:pt x="1069662" y="434698"/>
                </a:lnTo>
                <a:lnTo>
                  <a:pt x="1019330" y="448823"/>
                </a:lnTo>
                <a:lnTo>
                  <a:pt x="965424" y="461113"/>
                </a:lnTo>
                <a:lnTo>
                  <a:pt x="908274" y="471445"/>
                </a:lnTo>
                <a:lnTo>
                  <a:pt x="848207" y="479696"/>
                </a:lnTo>
                <a:lnTo>
                  <a:pt x="785552" y="485743"/>
                </a:lnTo>
                <a:lnTo>
                  <a:pt x="720639" y="489461"/>
                </a:lnTo>
                <a:lnTo>
                  <a:pt x="653796" y="490728"/>
                </a:lnTo>
                <a:lnTo>
                  <a:pt x="586952" y="489461"/>
                </a:lnTo>
                <a:lnTo>
                  <a:pt x="522039" y="485743"/>
                </a:lnTo>
                <a:lnTo>
                  <a:pt x="459384" y="479696"/>
                </a:lnTo>
                <a:lnTo>
                  <a:pt x="399317" y="471445"/>
                </a:lnTo>
                <a:lnTo>
                  <a:pt x="342167" y="461113"/>
                </a:lnTo>
                <a:lnTo>
                  <a:pt x="288261" y="448823"/>
                </a:lnTo>
                <a:lnTo>
                  <a:pt x="237929" y="434698"/>
                </a:lnTo>
                <a:lnTo>
                  <a:pt x="191500" y="418861"/>
                </a:lnTo>
                <a:lnTo>
                  <a:pt x="149301" y="401437"/>
                </a:lnTo>
                <a:lnTo>
                  <a:pt x="111663" y="382548"/>
                </a:lnTo>
                <a:lnTo>
                  <a:pt x="78913" y="362318"/>
                </a:lnTo>
                <a:lnTo>
                  <a:pt x="29395" y="318327"/>
                </a:lnTo>
                <a:lnTo>
                  <a:pt x="3375" y="270450"/>
                </a:lnTo>
                <a:lnTo>
                  <a:pt x="0" y="24536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633075" y="5519420"/>
            <a:ext cx="35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63511" y="5437632"/>
            <a:ext cx="4048125" cy="768985"/>
          </a:xfrm>
          <a:custGeom>
            <a:avLst/>
            <a:gdLst/>
            <a:ahLst/>
            <a:cxnLst/>
            <a:rect l="l" t="t" r="r" b="b"/>
            <a:pathLst>
              <a:path w="4048125" h="768985">
                <a:moveTo>
                  <a:pt x="0" y="502920"/>
                </a:moveTo>
                <a:lnTo>
                  <a:pt x="1152144" y="768527"/>
                </a:lnTo>
              </a:path>
              <a:path w="4048125" h="768985">
                <a:moveTo>
                  <a:pt x="633984" y="35052"/>
                </a:moveTo>
                <a:lnTo>
                  <a:pt x="1898904" y="491667"/>
                </a:lnTo>
              </a:path>
              <a:path w="4048125" h="768985">
                <a:moveTo>
                  <a:pt x="2782824" y="0"/>
                </a:moveTo>
                <a:lnTo>
                  <a:pt x="1898904" y="491248"/>
                </a:lnTo>
              </a:path>
              <a:path w="4048125" h="768985">
                <a:moveTo>
                  <a:pt x="4048125" y="490728"/>
                </a:moveTo>
                <a:lnTo>
                  <a:pt x="2645664" y="76796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4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Calibri Light"/>
                <a:cs typeface="Calibri Light"/>
              </a:rPr>
              <a:t>Key</a:t>
            </a:r>
            <a:r>
              <a:rPr i="0" spc="-110" dirty="0">
                <a:latin typeface="Calibri Light"/>
                <a:cs typeface="Calibri Light"/>
              </a:rPr>
              <a:t> </a:t>
            </a:r>
            <a:r>
              <a:rPr i="0" spc="-20" dirty="0">
                <a:latin typeface="Calibri Light"/>
                <a:cs typeface="Calibri Light"/>
              </a:rPr>
              <a:t>Attribute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667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key</a:t>
            </a:r>
            <a:r>
              <a:rPr spc="-85" dirty="0"/>
              <a:t> </a:t>
            </a:r>
            <a:r>
              <a:rPr dirty="0"/>
              <a:t>attribute</a:t>
            </a:r>
            <a:r>
              <a:rPr spc="-7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used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10" dirty="0"/>
              <a:t>represent 	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main</a:t>
            </a:r>
            <a:r>
              <a:rPr spc="-40" dirty="0"/>
              <a:t> </a:t>
            </a:r>
            <a:r>
              <a:rPr spc="-10" dirty="0"/>
              <a:t>characteristics</a:t>
            </a:r>
            <a:r>
              <a:rPr spc="-6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10" dirty="0"/>
              <a:t>entity.</a:t>
            </a:r>
          </a:p>
          <a:p>
            <a:pPr marL="240029" indent="-227329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It</a:t>
            </a:r>
            <a:r>
              <a:rPr spc="-50" dirty="0"/>
              <a:t> </a:t>
            </a:r>
            <a:r>
              <a:rPr spc="-10" dirty="0"/>
              <a:t>represents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b="1" i="1" dirty="0">
                <a:latin typeface="Calibri"/>
                <a:cs typeface="Calibri"/>
              </a:rPr>
              <a:t>primary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spc="-20" dirty="0">
                <a:latin typeface="Calibri"/>
                <a:cs typeface="Calibri"/>
              </a:rPr>
              <a:t>key</a:t>
            </a:r>
            <a:r>
              <a:rPr spc="-20" dirty="0"/>
              <a:t>.</a:t>
            </a:r>
          </a:p>
          <a:p>
            <a:pPr marL="240029" marR="5080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key</a:t>
            </a:r>
            <a:r>
              <a:rPr spc="-80" dirty="0"/>
              <a:t> </a:t>
            </a:r>
            <a:r>
              <a:rPr dirty="0"/>
              <a:t>attribute</a:t>
            </a:r>
            <a:r>
              <a:rPr spc="-6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20" dirty="0"/>
              <a:t>represented</a:t>
            </a:r>
            <a:r>
              <a:rPr spc="-55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spc="-25" dirty="0"/>
              <a:t>an 	</a:t>
            </a:r>
            <a:r>
              <a:rPr dirty="0"/>
              <a:t>ellipse</a:t>
            </a:r>
            <a:r>
              <a:rPr spc="-70" dirty="0"/>
              <a:t> </a:t>
            </a:r>
            <a:r>
              <a:rPr dirty="0"/>
              <a:t>with</a:t>
            </a:r>
            <a:r>
              <a:rPr spc="-8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b="1" i="1" dirty="0">
                <a:latin typeface="Calibri"/>
                <a:cs typeface="Calibri"/>
              </a:rPr>
              <a:t>text</a:t>
            </a:r>
            <a:r>
              <a:rPr b="1" i="1" spc="-6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underlined</a:t>
            </a:r>
            <a:r>
              <a:rPr spc="-10" dirty="0"/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6" y="5928359"/>
            <a:ext cx="1493520" cy="5549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latin typeface="Calibri"/>
                <a:cs typeface="Calibri"/>
              </a:rPr>
              <a:t>student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92540" y="4945379"/>
            <a:ext cx="1308100" cy="492759"/>
          </a:xfrm>
          <a:custGeom>
            <a:avLst/>
            <a:gdLst/>
            <a:ahLst/>
            <a:cxnLst/>
            <a:rect l="l" t="t" r="r" b="b"/>
            <a:pathLst>
              <a:path w="1308100" h="492760">
                <a:moveTo>
                  <a:pt x="0" y="246126"/>
                </a:moveTo>
                <a:lnTo>
                  <a:pt x="13283" y="196534"/>
                </a:lnTo>
                <a:lnTo>
                  <a:pt x="51381" y="150340"/>
                </a:lnTo>
                <a:lnTo>
                  <a:pt x="111663" y="108532"/>
                </a:lnTo>
                <a:lnTo>
                  <a:pt x="149301" y="89584"/>
                </a:lnTo>
                <a:lnTo>
                  <a:pt x="191500" y="72104"/>
                </a:lnTo>
                <a:lnTo>
                  <a:pt x="237929" y="56216"/>
                </a:lnTo>
                <a:lnTo>
                  <a:pt x="288261" y="42045"/>
                </a:lnTo>
                <a:lnTo>
                  <a:pt x="342167" y="29714"/>
                </a:lnTo>
                <a:lnTo>
                  <a:pt x="399317" y="19347"/>
                </a:lnTo>
                <a:lnTo>
                  <a:pt x="459384" y="11068"/>
                </a:lnTo>
                <a:lnTo>
                  <a:pt x="522039" y="5002"/>
                </a:lnTo>
                <a:lnTo>
                  <a:pt x="586952" y="1271"/>
                </a:lnTo>
                <a:lnTo>
                  <a:pt x="653795" y="0"/>
                </a:lnTo>
                <a:lnTo>
                  <a:pt x="720639" y="1271"/>
                </a:lnTo>
                <a:lnTo>
                  <a:pt x="785552" y="5002"/>
                </a:lnTo>
                <a:lnTo>
                  <a:pt x="848207" y="11068"/>
                </a:lnTo>
                <a:lnTo>
                  <a:pt x="908274" y="19347"/>
                </a:lnTo>
                <a:lnTo>
                  <a:pt x="965424" y="29714"/>
                </a:lnTo>
                <a:lnTo>
                  <a:pt x="1019330" y="42045"/>
                </a:lnTo>
                <a:lnTo>
                  <a:pt x="1069662" y="56216"/>
                </a:lnTo>
                <a:lnTo>
                  <a:pt x="1116091" y="72104"/>
                </a:lnTo>
                <a:lnTo>
                  <a:pt x="1158290" y="89584"/>
                </a:lnTo>
                <a:lnTo>
                  <a:pt x="1195928" y="108532"/>
                </a:lnTo>
                <a:lnTo>
                  <a:pt x="1228678" y="128826"/>
                </a:lnTo>
                <a:lnTo>
                  <a:pt x="1278196" y="172951"/>
                </a:lnTo>
                <a:lnTo>
                  <a:pt x="1304216" y="220967"/>
                </a:lnTo>
                <a:lnTo>
                  <a:pt x="1307591" y="246126"/>
                </a:lnTo>
                <a:lnTo>
                  <a:pt x="1304216" y="271284"/>
                </a:lnTo>
                <a:lnTo>
                  <a:pt x="1278196" y="319300"/>
                </a:lnTo>
                <a:lnTo>
                  <a:pt x="1228678" y="363425"/>
                </a:lnTo>
                <a:lnTo>
                  <a:pt x="1195928" y="383719"/>
                </a:lnTo>
                <a:lnTo>
                  <a:pt x="1158290" y="402667"/>
                </a:lnTo>
                <a:lnTo>
                  <a:pt x="1116091" y="420147"/>
                </a:lnTo>
                <a:lnTo>
                  <a:pt x="1069662" y="436035"/>
                </a:lnTo>
                <a:lnTo>
                  <a:pt x="1019330" y="450206"/>
                </a:lnTo>
                <a:lnTo>
                  <a:pt x="965424" y="462537"/>
                </a:lnTo>
                <a:lnTo>
                  <a:pt x="908274" y="472904"/>
                </a:lnTo>
                <a:lnTo>
                  <a:pt x="848207" y="481183"/>
                </a:lnTo>
                <a:lnTo>
                  <a:pt x="785552" y="487249"/>
                </a:lnTo>
                <a:lnTo>
                  <a:pt x="720639" y="490980"/>
                </a:lnTo>
                <a:lnTo>
                  <a:pt x="653795" y="492252"/>
                </a:lnTo>
                <a:lnTo>
                  <a:pt x="586952" y="490980"/>
                </a:lnTo>
                <a:lnTo>
                  <a:pt x="522039" y="487249"/>
                </a:lnTo>
                <a:lnTo>
                  <a:pt x="459384" y="481183"/>
                </a:lnTo>
                <a:lnTo>
                  <a:pt x="399317" y="472904"/>
                </a:lnTo>
                <a:lnTo>
                  <a:pt x="342167" y="462537"/>
                </a:lnTo>
                <a:lnTo>
                  <a:pt x="288261" y="450206"/>
                </a:lnTo>
                <a:lnTo>
                  <a:pt x="237929" y="436035"/>
                </a:lnTo>
                <a:lnTo>
                  <a:pt x="191500" y="420147"/>
                </a:lnTo>
                <a:lnTo>
                  <a:pt x="149301" y="402667"/>
                </a:lnTo>
                <a:lnTo>
                  <a:pt x="111663" y="383719"/>
                </a:lnTo>
                <a:lnTo>
                  <a:pt x="78913" y="363425"/>
                </a:lnTo>
                <a:lnTo>
                  <a:pt x="29395" y="319300"/>
                </a:lnTo>
                <a:lnTo>
                  <a:pt x="3375" y="271284"/>
                </a:lnTo>
                <a:lnTo>
                  <a:pt x="0" y="2461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70618" y="5028057"/>
            <a:ext cx="55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67273" y="5515102"/>
            <a:ext cx="1642110" cy="503555"/>
            <a:chOff x="5367273" y="5515102"/>
            <a:chExt cx="1642110" cy="503555"/>
          </a:xfrm>
        </p:grpSpPr>
        <p:sp>
          <p:nvSpPr>
            <p:cNvPr id="8" name="object 8"/>
            <p:cNvSpPr/>
            <p:nvPr/>
          </p:nvSpPr>
          <p:spPr>
            <a:xfrm>
              <a:off x="5373623" y="5521452"/>
              <a:ext cx="1629410" cy="490855"/>
            </a:xfrm>
            <a:custGeom>
              <a:avLst/>
              <a:gdLst/>
              <a:ahLst/>
              <a:cxnLst/>
              <a:rect l="l" t="t" r="r" b="b"/>
              <a:pathLst>
                <a:path w="1629409" h="490854">
                  <a:moveTo>
                    <a:pt x="814577" y="0"/>
                  </a:moveTo>
                  <a:lnTo>
                    <a:pt x="744299" y="900"/>
                  </a:lnTo>
                  <a:lnTo>
                    <a:pt x="675679" y="3553"/>
                  </a:lnTo>
                  <a:lnTo>
                    <a:pt x="608963" y="7884"/>
                  </a:lnTo>
                  <a:lnTo>
                    <a:pt x="544395" y="13821"/>
                  </a:lnTo>
                  <a:lnTo>
                    <a:pt x="482220" y="21288"/>
                  </a:lnTo>
                  <a:lnTo>
                    <a:pt x="422682" y="30213"/>
                  </a:lnTo>
                  <a:lnTo>
                    <a:pt x="366026" y="40522"/>
                  </a:lnTo>
                  <a:lnTo>
                    <a:pt x="312497" y="52141"/>
                  </a:lnTo>
                  <a:lnTo>
                    <a:pt x="262339" y="64997"/>
                  </a:lnTo>
                  <a:lnTo>
                    <a:pt x="215797" y="79016"/>
                  </a:lnTo>
                  <a:lnTo>
                    <a:pt x="173116" y="94124"/>
                  </a:lnTo>
                  <a:lnTo>
                    <a:pt x="134539" y="110247"/>
                  </a:lnTo>
                  <a:lnTo>
                    <a:pt x="100313" y="127313"/>
                  </a:lnTo>
                  <a:lnTo>
                    <a:pt x="45888" y="163976"/>
                  </a:lnTo>
                  <a:lnTo>
                    <a:pt x="11798" y="203522"/>
                  </a:lnTo>
                  <a:lnTo>
                    <a:pt x="0" y="245364"/>
                  </a:lnTo>
                  <a:lnTo>
                    <a:pt x="2990" y="266534"/>
                  </a:lnTo>
                  <a:lnTo>
                    <a:pt x="26179" y="307302"/>
                  </a:lnTo>
                  <a:lnTo>
                    <a:pt x="70681" y="345480"/>
                  </a:lnTo>
                  <a:lnTo>
                    <a:pt x="134539" y="380480"/>
                  </a:lnTo>
                  <a:lnTo>
                    <a:pt x="173116" y="396603"/>
                  </a:lnTo>
                  <a:lnTo>
                    <a:pt x="215797" y="411711"/>
                  </a:lnTo>
                  <a:lnTo>
                    <a:pt x="262339" y="425730"/>
                  </a:lnTo>
                  <a:lnTo>
                    <a:pt x="312497" y="438586"/>
                  </a:lnTo>
                  <a:lnTo>
                    <a:pt x="366026" y="450205"/>
                  </a:lnTo>
                  <a:lnTo>
                    <a:pt x="422682" y="460514"/>
                  </a:lnTo>
                  <a:lnTo>
                    <a:pt x="482220" y="469439"/>
                  </a:lnTo>
                  <a:lnTo>
                    <a:pt x="544395" y="476906"/>
                  </a:lnTo>
                  <a:lnTo>
                    <a:pt x="608963" y="482843"/>
                  </a:lnTo>
                  <a:lnTo>
                    <a:pt x="675679" y="487174"/>
                  </a:lnTo>
                  <a:lnTo>
                    <a:pt x="744299" y="489827"/>
                  </a:lnTo>
                  <a:lnTo>
                    <a:pt x="814577" y="490728"/>
                  </a:lnTo>
                  <a:lnTo>
                    <a:pt x="884856" y="489827"/>
                  </a:lnTo>
                  <a:lnTo>
                    <a:pt x="953476" y="487174"/>
                  </a:lnTo>
                  <a:lnTo>
                    <a:pt x="1020192" y="482843"/>
                  </a:lnTo>
                  <a:lnTo>
                    <a:pt x="1084760" y="476906"/>
                  </a:lnTo>
                  <a:lnTo>
                    <a:pt x="1146935" y="469439"/>
                  </a:lnTo>
                  <a:lnTo>
                    <a:pt x="1206473" y="460514"/>
                  </a:lnTo>
                  <a:lnTo>
                    <a:pt x="1263129" y="450205"/>
                  </a:lnTo>
                  <a:lnTo>
                    <a:pt x="1316658" y="438586"/>
                  </a:lnTo>
                  <a:lnTo>
                    <a:pt x="1366816" y="425730"/>
                  </a:lnTo>
                  <a:lnTo>
                    <a:pt x="1413358" y="411711"/>
                  </a:lnTo>
                  <a:lnTo>
                    <a:pt x="1456039" y="396603"/>
                  </a:lnTo>
                  <a:lnTo>
                    <a:pt x="1494616" y="380480"/>
                  </a:lnTo>
                  <a:lnTo>
                    <a:pt x="1528842" y="363414"/>
                  </a:lnTo>
                  <a:lnTo>
                    <a:pt x="1583267" y="326751"/>
                  </a:lnTo>
                  <a:lnTo>
                    <a:pt x="1617357" y="287205"/>
                  </a:lnTo>
                  <a:lnTo>
                    <a:pt x="1629155" y="245364"/>
                  </a:lnTo>
                  <a:lnTo>
                    <a:pt x="1626165" y="224193"/>
                  </a:lnTo>
                  <a:lnTo>
                    <a:pt x="1602976" y="183425"/>
                  </a:lnTo>
                  <a:lnTo>
                    <a:pt x="1558474" y="145247"/>
                  </a:lnTo>
                  <a:lnTo>
                    <a:pt x="1494616" y="110247"/>
                  </a:lnTo>
                  <a:lnTo>
                    <a:pt x="1456039" y="94124"/>
                  </a:lnTo>
                  <a:lnTo>
                    <a:pt x="1413358" y="79016"/>
                  </a:lnTo>
                  <a:lnTo>
                    <a:pt x="1366816" y="64997"/>
                  </a:lnTo>
                  <a:lnTo>
                    <a:pt x="1316658" y="52141"/>
                  </a:lnTo>
                  <a:lnTo>
                    <a:pt x="1263129" y="40522"/>
                  </a:lnTo>
                  <a:lnTo>
                    <a:pt x="1206473" y="30213"/>
                  </a:lnTo>
                  <a:lnTo>
                    <a:pt x="1146935" y="21288"/>
                  </a:lnTo>
                  <a:lnTo>
                    <a:pt x="1084760" y="13821"/>
                  </a:lnTo>
                  <a:lnTo>
                    <a:pt x="1020192" y="7884"/>
                  </a:lnTo>
                  <a:lnTo>
                    <a:pt x="953476" y="3553"/>
                  </a:lnTo>
                  <a:lnTo>
                    <a:pt x="884856" y="900"/>
                  </a:lnTo>
                  <a:lnTo>
                    <a:pt x="814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73623" y="5521452"/>
              <a:ext cx="1629410" cy="490855"/>
            </a:xfrm>
            <a:custGeom>
              <a:avLst/>
              <a:gdLst/>
              <a:ahLst/>
              <a:cxnLst/>
              <a:rect l="l" t="t" r="r" b="b"/>
              <a:pathLst>
                <a:path w="1629409" h="490854">
                  <a:moveTo>
                    <a:pt x="0" y="245364"/>
                  </a:moveTo>
                  <a:lnTo>
                    <a:pt x="11798" y="203522"/>
                  </a:lnTo>
                  <a:lnTo>
                    <a:pt x="45888" y="163976"/>
                  </a:lnTo>
                  <a:lnTo>
                    <a:pt x="100313" y="127313"/>
                  </a:lnTo>
                  <a:lnTo>
                    <a:pt x="134539" y="110247"/>
                  </a:lnTo>
                  <a:lnTo>
                    <a:pt x="173116" y="94124"/>
                  </a:lnTo>
                  <a:lnTo>
                    <a:pt x="215797" y="79016"/>
                  </a:lnTo>
                  <a:lnTo>
                    <a:pt x="262339" y="64997"/>
                  </a:lnTo>
                  <a:lnTo>
                    <a:pt x="312497" y="52141"/>
                  </a:lnTo>
                  <a:lnTo>
                    <a:pt x="366026" y="40522"/>
                  </a:lnTo>
                  <a:lnTo>
                    <a:pt x="422682" y="30213"/>
                  </a:lnTo>
                  <a:lnTo>
                    <a:pt x="482220" y="21288"/>
                  </a:lnTo>
                  <a:lnTo>
                    <a:pt x="544395" y="13821"/>
                  </a:lnTo>
                  <a:lnTo>
                    <a:pt x="608963" y="7884"/>
                  </a:lnTo>
                  <a:lnTo>
                    <a:pt x="675679" y="3553"/>
                  </a:lnTo>
                  <a:lnTo>
                    <a:pt x="744299" y="900"/>
                  </a:lnTo>
                  <a:lnTo>
                    <a:pt x="814577" y="0"/>
                  </a:lnTo>
                  <a:lnTo>
                    <a:pt x="884856" y="900"/>
                  </a:lnTo>
                  <a:lnTo>
                    <a:pt x="953476" y="3553"/>
                  </a:lnTo>
                  <a:lnTo>
                    <a:pt x="1020192" y="7884"/>
                  </a:lnTo>
                  <a:lnTo>
                    <a:pt x="1084760" y="13821"/>
                  </a:lnTo>
                  <a:lnTo>
                    <a:pt x="1146935" y="21288"/>
                  </a:lnTo>
                  <a:lnTo>
                    <a:pt x="1206473" y="30213"/>
                  </a:lnTo>
                  <a:lnTo>
                    <a:pt x="1263129" y="40522"/>
                  </a:lnTo>
                  <a:lnTo>
                    <a:pt x="1316658" y="52141"/>
                  </a:lnTo>
                  <a:lnTo>
                    <a:pt x="1366816" y="64997"/>
                  </a:lnTo>
                  <a:lnTo>
                    <a:pt x="1413358" y="79016"/>
                  </a:lnTo>
                  <a:lnTo>
                    <a:pt x="1456039" y="94124"/>
                  </a:lnTo>
                  <a:lnTo>
                    <a:pt x="1494616" y="110247"/>
                  </a:lnTo>
                  <a:lnTo>
                    <a:pt x="1528842" y="127313"/>
                  </a:lnTo>
                  <a:lnTo>
                    <a:pt x="1583267" y="163976"/>
                  </a:lnTo>
                  <a:lnTo>
                    <a:pt x="1617357" y="203522"/>
                  </a:lnTo>
                  <a:lnTo>
                    <a:pt x="1629155" y="245364"/>
                  </a:lnTo>
                  <a:lnTo>
                    <a:pt x="1626165" y="266534"/>
                  </a:lnTo>
                  <a:lnTo>
                    <a:pt x="1602976" y="307302"/>
                  </a:lnTo>
                  <a:lnTo>
                    <a:pt x="1558474" y="345480"/>
                  </a:lnTo>
                  <a:lnTo>
                    <a:pt x="1494616" y="380480"/>
                  </a:lnTo>
                  <a:lnTo>
                    <a:pt x="1456039" y="396603"/>
                  </a:lnTo>
                  <a:lnTo>
                    <a:pt x="1413358" y="411711"/>
                  </a:lnTo>
                  <a:lnTo>
                    <a:pt x="1366816" y="425730"/>
                  </a:lnTo>
                  <a:lnTo>
                    <a:pt x="1316658" y="438586"/>
                  </a:lnTo>
                  <a:lnTo>
                    <a:pt x="1263129" y="450205"/>
                  </a:lnTo>
                  <a:lnTo>
                    <a:pt x="1206473" y="460514"/>
                  </a:lnTo>
                  <a:lnTo>
                    <a:pt x="1146935" y="469439"/>
                  </a:lnTo>
                  <a:lnTo>
                    <a:pt x="1084760" y="476906"/>
                  </a:lnTo>
                  <a:lnTo>
                    <a:pt x="1020192" y="482843"/>
                  </a:lnTo>
                  <a:lnTo>
                    <a:pt x="953476" y="487174"/>
                  </a:lnTo>
                  <a:lnTo>
                    <a:pt x="884856" y="489827"/>
                  </a:lnTo>
                  <a:lnTo>
                    <a:pt x="814577" y="490728"/>
                  </a:lnTo>
                  <a:lnTo>
                    <a:pt x="744299" y="489827"/>
                  </a:lnTo>
                  <a:lnTo>
                    <a:pt x="675679" y="487174"/>
                  </a:lnTo>
                  <a:lnTo>
                    <a:pt x="608963" y="482843"/>
                  </a:lnTo>
                  <a:lnTo>
                    <a:pt x="544395" y="476906"/>
                  </a:lnTo>
                  <a:lnTo>
                    <a:pt x="482220" y="469439"/>
                  </a:lnTo>
                  <a:lnTo>
                    <a:pt x="422682" y="460514"/>
                  </a:lnTo>
                  <a:lnTo>
                    <a:pt x="366026" y="450205"/>
                  </a:lnTo>
                  <a:lnTo>
                    <a:pt x="312497" y="438586"/>
                  </a:lnTo>
                  <a:lnTo>
                    <a:pt x="262339" y="425730"/>
                  </a:lnTo>
                  <a:lnTo>
                    <a:pt x="215797" y="411711"/>
                  </a:lnTo>
                  <a:lnTo>
                    <a:pt x="173116" y="396603"/>
                  </a:lnTo>
                  <a:lnTo>
                    <a:pt x="134539" y="380480"/>
                  </a:lnTo>
                  <a:lnTo>
                    <a:pt x="100313" y="363414"/>
                  </a:lnTo>
                  <a:lnTo>
                    <a:pt x="45888" y="326751"/>
                  </a:lnTo>
                  <a:lnTo>
                    <a:pt x="11798" y="287205"/>
                  </a:lnTo>
                  <a:lnTo>
                    <a:pt x="0" y="24536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00521" y="5602935"/>
            <a:ext cx="976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phone_no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43700" y="4980432"/>
            <a:ext cx="1308100" cy="492759"/>
          </a:xfrm>
          <a:custGeom>
            <a:avLst/>
            <a:gdLst/>
            <a:ahLst/>
            <a:cxnLst/>
            <a:rect l="l" t="t" r="r" b="b"/>
            <a:pathLst>
              <a:path w="1308100" h="492760">
                <a:moveTo>
                  <a:pt x="0" y="246126"/>
                </a:moveTo>
                <a:lnTo>
                  <a:pt x="13283" y="196534"/>
                </a:lnTo>
                <a:lnTo>
                  <a:pt x="51381" y="150340"/>
                </a:lnTo>
                <a:lnTo>
                  <a:pt x="111663" y="108532"/>
                </a:lnTo>
                <a:lnTo>
                  <a:pt x="149301" y="89584"/>
                </a:lnTo>
                <a:lnTo>
                  <a:pt x="191500" y="72104"/>
                </a:lnTo>
                <a:lnTo>
                  <a:pt x="237929" y="56216"/>
                </a:lnTo>
                <a:lnTo>
                  <a:pt x="288261" y="42045"/>
                </a:lnTo>
                <a:lnTo>
                  <a:pt x="342167" y="29714"/>
                </a:lnTo>
                <a:lnTo>
                  <a:pt x="399317" y="19347"/>
                </a:lnTo>
                <a:lnTo>
                  <a:pt x="459384" y="11068"/>
                </a:lnTo>
                <a:lnTo>
                  <a:pt x="522039" y="5002"/>
                </a:lnTo>
                <a:lnTo>
                  <a:pt x="586952" y="1271"/>
                </a:lnTo>
                <a:lnTo>
                  <a:pt x="653796" y="0"/>
                </a:lnTo>
                <a:lnTo>
                  <a:pt x="720639" y="1271"/>
                </a:lnTo>
                <a:lnTo>
                  <a:pt x="785552" y="5002"/>
                </a:lnTo>
                <a:lnTo>
                  <a:pt x="848207" y="11068"/>
                </a:lnTo>
                <a:lnTo>
                  <a:pt x="908274" y="19347"/>
                </a:lnTo>
                <a:lnTo>
                  <a:pt x="965424" y="29714"/>
                </a:lnTo>
                <a:lnTo>
                  <a:pt x="1019330" y="42045"/>
                </a:lnTo>
                <a:lnTo>
                  <a:pt x="1069662" y="56216"/>
                </a:lnTo>
                <a:lnTo>
                  <a:pt x="1116091" y="72104"/>
                </a:lnTo>
                <a:lnTo>
                  <a:pt x="1158290" y="89584"/>
                </a:lnTo>
                <a:lnTo>
                  <a:pt x="1195928" y="108532"/>
                </a:lnTo>
                <a:lnTo>
                  <a:pt x="1228678" y="128826"/>
                </a:lnTo>
                <a:lnTo>
                  <a:pt x="1278196" y="172951"/>
                </a:lnTo>
                <a:lnTo>
                  <a:pt x="1304216" y="220967"/>
                </a:lnTo>
                <a:lnTo>
                  <a:pt x="1307592" y="246126"/>
                </a:lnTo>
                <a:lnTo>
                  <a:pt x="1304216" y="271284"/>
                </a:lnTo>
                <a:lnTo>
                  <a:pt x="1278196" y="319300"/>
                </a:lnTo>
                <a:lnTo>
                  <a:pt x="1228678" y="363425"/>
                </a:lnTo>
                <a:lnTo>
                  <a:pt x="1195928" y="383719"/>
                </a:lnTo>
                <a:lnTo>
                  <a:pt x="1158290" y="402667"/>
                </a:lnTo>
                <a:lnTo>
                  <a:pt x="1116091" y="420147"/>
                </a:lnTo>
                <a:lnTo>
                  <a:pt x="1069662" y="436035"/>
                </a:lnTo>
                <a:lnTo>
                  <a:pt x="1019330" y="450206"/>
                </a:lnTo>
                <a:lnTo>
                  <a:pt x="965424" y="462537"/>
                </a:lnTo>
                <a:lnTo>
                  <a:pt x="908274" y="472904"/>
                </a:lnTo>
                <a:lnTo>
                  <a:pt x="848207" y="481183"/>
                </a:lnTo>
                <a:lnTo>
                  <a:pt x="785552" y="487249"/>
                </a:lnTo>
                <a:lnTo>
                  <a:pt x="720639" y="490980"/>
                </a:lnTo>
                <a:lnTo>
                  <a:pt x="653796" y="492252"/>
                </a:lnTo>
                <a:lnTo>
                  <a:pt x="586952" y="490980"/>
                </a:lnTo>
                <a:lnTo>
                  <a:pt x="522039" y="487249"/>
                </a:lnTo>
                <a:lnTo>
                  <a:pt x="459384" y="481183"/>
                </a:lnTo>
                <a:lnTo>
                  <a:pt x="399317" y="472904"/>
                </a:lnTo>
                <a:lnTo>
                  <a:pt x="342167" y="462537"/>
                </a:lnTo>
                <a:lnTo>
                  <a:pt x="288261" y="450206"/>
                </a:lnTo>
                <a:lnTo>
                  <a:pt x="237929" y="436035"/>
                </a:lnTo>
                <a:lnTo>
                  <a:pt x="191500" y="420147"/>
                </a:lnTo>
                <a:lnTo>
                  <a:pt x="149301" y="402667"/>
                </a:lnTo>
                <a:lnTo>
                  <a:pt x="111663" y="383719"/>
                </a:lnTo>
                <a:lnTo>
                  <a:pt x="78913" y="363425"/>
                </a:lnTo>
                <a:lnTo>
                  <a:pt x="29395" y="319300"/>
                </a:lnTo>
                <a:lnTo>
                  <a:pt x="3375" y="271284"/>
                </a:lnTo>
                <a:lnTo>
                  <a:pt x="0" y="2461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98181" y="5062473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57459" y="5437632"/>
            <a:ext cx="1308100" cy="490855"/>
          </a:xfrm>
          <a:custGeom>
            <a:avLst/>
            <a:gdLst/>
            <a:ahLst/>
            <a:cxnLst/>
            <a:rect l="l" t="t" r="r" b="b"/>
            <a:pathLst>
              <a:path w="1308100" h="490854">
                <a:moveTo>
                  <a:pt x="0" y="245364"/>
                </a:moveTo>
                <a:lnTo>
                  <a:pt x="13283" y="195915"/>
                </a:lnTo>
                <a:lnTo>
                  <a:pt x="51381" y="149858"/>
                </a:lnTo>
                <a:lnTo>
                  <a:pt x="111663" y="108179"/>
                </a:lnTo>
                <a:lnTo>
                  <a:pt x="149301" y="89290"/>
                </a:lnTo>
                <a:lnTo>
                  <a:pt x="191500" y="71866"/>
                </a:lnTo>
                <a:lnTo>
                  <a:pt x="237929" y="56029"/>
                </a:lnTo>
                <a:lnTo>
                  <a:pt x="288261" y="41904"/>
                </a:lnTo>
                <a:lnTo>
                  <a:pt x="342167" y="29614"/>
                </a:lnTo>
                <a:lnTo>
                  <a:pt x="399317" y="19282"/>
                </a:lnTo>
                <a:lnTo>
                  <a:pt x="459384" y="11031"/>
                </a:lnTo>
                <a:lnTo>
                  <a:pt x="522039" y="4984"/>
                </a:lnTo>
                <a:lnTo>
                  <a:pt x="586952" y="1266"/>
                </a:lnTo>
                <a:lnTo>
                  <a:pt x="653796" y="0"/>
                </a:lnTo>
                <a:lnTo>
                  <a:pt x="720639" y="1266"/>
                </a:lnTo>
                <a:lnTo>
                  <a:pt x="785552" y="4984"/>
                </a:lnTo>
                <a:lnTo>
                  <a:pt x="848207" y="11031"/>
                </a:lnTo>
                <a:lnTo>
                  <a:pt x="908274" y="19282"/>
                </a:lnTo>
                <a:lnTo>
                  <a:pt x="965424" y="29614"/>
                </a:lnTo>
                <a:lnTo>
                  <a:pt x="1019330" y="41904"/>
                </a:lnTo>
                <a:lnTo>
                  <a:pt x="1069662" y="56029"/>
                </a:lnTo>
                <a:lnTo>
                  <a:pt x="1116091" y="71866"/>
                </a:lnTo>
                <a:lnTo>
                  <a:pt x="1158290" y="89290"/>
                </a:lnTo>
                <a:lnTo>
                  <a:pt x="1195928" y="108179"/>
                </a:lnTo>
                <a:lnTo>
                  <a:pt x="1228678" y="128409"/>
                </a:lnTo>
                <a:lnTo>
                  <a:pt x="1278196" y="172400"/>
                </a:lnTo>
                <a:lnTo>
                  <a:pt x="1304216" y="220277"/>
                </a:lnTo>
                <a:lnTo>
                  <a:pt x="1307592" y="245364"/>
                </a:lnTo>
                <a:lnTo>
                  <a:pt x="1304216" y="270450"/>
                </a:lnTo>
                <a:lnTo>
                  <a:pt x="1278196" y="318327"/>
                </a:lnTo>
                <a:lnTo>
                  <a:pt x="1228678" y="362318"/>
                </a:lnTo>
                <a:lnTo>
                  <a:pt x="1195928" y="382548"/>
                </a:lnTo>
                <a:lnTo>
                  <a:pt x="1158290" y="401437"/>
                </a:lnTo>
                <a:lnTo>
                  <a:pt x="1116091" y="418861"/>
                </a:lnTo>
                <a:lnTo>
                  <a:pt x="1069662" y="434698"/>
                </a:lnTo>
                <a:lnTo>
                  <a:pt x="1019330" y="448823"/>
                </a:lnTo>
                <a:lnTo>
                  <a:pt x="965424" y="461113"/>
                </a:lnTo>
                <a:lnTo>
                  <a:pt x="908274" y="471445"/>
                </a:lnTo>
                <a:lnTo>
                  <a:pt x="848207" y="479696"/>
                </a:lnTo>
                <a:lnTo>
                  <a:pt x="785552" y="485743"/>
                </a:lnTo>
                <a:lnTo>
                  <a:pt x="720639" y="489461"/>
                </a:lnTo>
                <a:lnTo>
                  <a:pt x="653796" y="490728"/>
                </a:lnTo>
                <a:lnTo>
                  <a:pt x="586952" y="489461"/>
                </a:lnTo>
                <a:lnTo>
                  <a:pt x="522039" y="485743"/>
                </a:lnTo>
                <a:lnTo>
                  <a:pt x="459384" y="479696"/>
                </a:lnTo>
                <a:lnTo>
                  <a:pt x="399317" y="471445"/>
                </a:lnTo>
                <a:lnTo>
                  <a:pt x="342167" y="461113"/>
                </a:lnTo>
                <a:lnTo>
                  <a:pt x="288261" y="448823"/>
                </a:lnTo>
                <a:lnTo>
                  <a:pt x="237929" y="434698"/>
                </a:lnTo>
                <a:lnTo>
                  <a:pt x="191500" y="418861"/>
                </a:lnTo>
                <a:lnTo>
                  <a:pt x="149301" y="401437"/>
                </a:lnTo>
                <a:lnTo>
                  <a:pt x="111663" y="382548"/>
                </a:lnTo>
                <a:lnTo>
                  <a:pt x="78913" y="362318"/>
                </a:lnTo>
                <a:lnTo>
                  <a:pt x="29395" y="318327"/>
                </a:lnTo>
                <a:lnTo>
                  <a:pt x="3375" y="270450"/>
                </a:lnTo>
                <a:lnTo>
                  <a:pt x="0" y="24536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633075" y="5519420"/>
            <a:ext cx="35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63511" y="5437632"/>
            <a:ext cx="4048125" cy="768985"/>
          </a:xfrm>
          <a:custGeom>
            <a:avLst/>
            <a:gdLst/>
            <a:ahLst/>
            <a:cxnLst/>
            <a:rect l="l" t="t" r="r" b="b"/>
            <a:pathLst>
              <a:path w="4048125" h="768985">
                <a:moveTo>
                  <a:pt x="0" y="502920"/>
                </a:moveTo>
                <a:lnTo>
                  <a:pt x="1152144" y="768527"/>
                </a:lnTo>
              </a:path>
              <a:path w="4048125" h="768985">
                <a:moveTo>
                  <a:pt x="633984" y="35052"/>
                </a:moveTo>
                <a:lnTo>
                  <a:pt x="1898904" y="491667"/>
                </a:lnTo>
              </a:path>
              <a:path w="4048125" h="768985">
                <a:moveTo>
                  <a:pt x="2782824" y="0"/>
                </a:moveTo>
                <a:lnTo>
                  <a:pt x="1898904" y="491248"/>
                </a:lnTo>
              </a:path>
              <a:path w="4048125" h="768985">
                <a:moveTo>
                  <a:pt x="4048125" y="490728"/>
                </a:moveTo>
                <a:lnTo>
                  <a:pt x="2645664" y="76796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2155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Composite Attribute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297684"/>
            <a:ext cx="5064760" cy="2165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32385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b="1" dirty="0">
                <a:latin typeface="Calibri"/>
                <a:cs typeface="Calibri"/>
              </a:rPr>
              <a:t>composite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composite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 	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ellipse,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ellipses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ellipse.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25641" y="4807965"/>
            <a:ext cx="5520690" cy="1565910"/>
            <a:chOff x="6025641" y="4807965"/>
            <a:chExt cx="5520690" cy="1565910"/>
          </a:xfrm>
        </p:grpSpPr>
        <p:sp>
          <p:nvSpPr>
            <p:cNvPr id="5" name="object 5"/>
            <p:cNvSpPr/>
            <p:nvPr/>
          </p:nvSpPr>
          <p:spPr>
            <a:xfrm>
              <a:off x="6031991" y="4814315"/>
              <a:ext cx="5507990" cy="1312545"/>
            </a:xfrm>
            <a:custGeom>
              <a:avLst/>
              <a:gdLst/>
              <a:ahLst/>
              <a:cxnLst/>
              <a:rect l="l" t="t" r="r" b="b"/>
              <a:pathLst>
                <a:path w="5507990" h="1312545">
                  <a:moveTo>
                    <a:pt x="1923288" y="245363"/>
                  </a:moveTo>
                  <a:lnTo>
                    <a:pt x="1936588" y="195915"/>
                  </a:lnTo>
                  <a:lnTo>
                    <a:pt x="1974734" y="149858"/>
                  </a:lnTo>
                  <a:lnTo>
                    <a:pt x="2035092" y="108179"/>
                  </a:lnTo>
                  <a:lnTo>
                    <a:pt x="2072776" y="89290"/>
                  </a:lnTo>
                  <a:lnTo>
                    <a:pt x="2115026" y="71866"/>
                  </a:lnTo>
                  <a:lnTo>
                    <a:pt x="2161511" y="56029"/>
                  </a:lnTo>
                  <a:lnTo>
                    <a:pt x="2211902" y="41904"/>
                  </a:lnTo>
                  <a:lnTo>
                    <a:pt x="2265871" y="29614"/>
                  </a:lnTo>
                  <a:lnTo>
                    <a:pt x="2323087" y="19282"/>
                  </a:lnTo>
                  <a:lnTo>
                    <a:pt x="2383222" y="11031"/>
                  </a:lnTo>
                  <a:lnTo>
                    <a:pt x="2445947" y="4984"/>
                  </a:lnTo>
                  <a:lnTo>
                    <a:pt x="2510931" y="1266"/>
                  </a:lnTo>
                  <a:lnTo>
                    <a:pt x="2577846" y="0"/>
                  </a:lnTo>
                  <a:lnTo>
                    <a:pt x="2644760" y="1266"/>
                  </a:lnTo>
                  <a:lnTo>
                    <a:pt x="2709744" y="4984"/>
                  </a:lnTo>
                  <a:lnTo>
                    <a:pt x="2772469" y="11031"/>
                  </a:lnTo>
                  <a:lnTo>
                    <a:pt x="2832604" y="19282"/>
                  </a:lnTo>
                  <a:lnTo>
                    <a:pt x="2889820" y="29614"/>
                  </a:lnTo>
                  <a:lnTo>
                    <a:pt x="2943789" y="41904"/>
                  </a:lnTo>
                  <a:lnTo>
                    <a:pt x="2994180" y="56029"/>
                  </a:lnTo>
                  <a:lnTo>
                    <a:pt x="3040665" y="71866"/>
                  </a:lnTo>
                  <a:lnTo>
                    <a:pt x="3082915" y="89290"/>
                  </a:lnTo>
                  <a:lnTo>
                    <a:pt x="3120599" y="108179"/>
                  </a:lnTo>
                  <a:lnTo>
                    <a:pt x="3153390" y="128409"/>
                  </a:lnTo>
                  <a:lnTo>
                    <a:pt x="3202971" y="172400"/>
                  </a:lnTo>
                  <a:lnTo>
                    <a:pt x="3229023" y="220277"/>
                  </a:lnTo>
                  <a:lnTo>
                    <a:pt x="3232404" y="245363"/>
                  </a:lnTo>
                  <a:lnTo>
                    <a:pt x="3229023" y="270450"/>
                  </a:lnTo>
                  <a:lnTo>
                    <a:pt x="3202971" y="318327"/>
                  </a:lnTo>
                  <a:lnTo>
                    <a:pt x="3153390" y="362318"/>
                  </a:lnTo>
                  <a:lnTo>
                    <a:pt x="3120599" y="382548"/>
                  </a:lnTo>
                  <a:lnTo>
                    <a:pt x="3082915" y="401437"/>
                  </a:lnTo>
                  <a:lnTo>
                    <a:pt x="3040665" y="418861"/>
                  </a:lnTo>
                  <a:lnTo>
                    <a:pt x="2994180" y="434698"/>
                  </a:lnTo>
                  <a:lnTo>
                    <a:pt x="2943789" y="448823"/>
                  </a:lnTo>
                  <a:lnTo>
                    <a:pt x="2889820" y="461113"/>
                  </a:lnTo>
                  <a:lnTo>
                    <a:pt x="2832604" y="471445"/>
                  </a:lnTo>
                  <a:lnTo>
                    <a:pt x="2772469" y="479696"/>
                  </a:lnTo>
                  <a:lnTo>
                    <a:pt x="2709744" y="485743"/>
                  </a:lnTo>
                  <a:lnTo>
                    <a:pt x="2644760" y="489461"/>
                  </a:lnTo>
                  <a:lnTo>
                    <a:pt x="2577846" y="490727"/>
                  </a:lnTo>
                  <a:lnTo>
                    <a:pt x="2510931" y="489461"/>
                  </a:lnTo>
                  <a:lnTo>
                    <a:pt x="2445947" y="485743"/>
                  </a:lnTo>
                  <a:lnTo>
                    <a:pt x="2383222" y="479696"/>
                  </a:lnTo>
                  <a:lnTo>
                    <a:pt x="2323087" y="471445"/>
                  </a:lnTo>
                  <a:lnTo>
                    <a:pt x="2265871" y="461113"/>
                  </a:lnTo>
                  <a:lnTo>
                    <a:pt x="2211902" y="448823"/>
                  </a:lnTo>
                  <a:lnTo>
                    <a:pt x="2161511" y="434698"/>
                  </a:lnTo>
                  <a:lnTo>
                    <a:pt x="2115026" y="418861"/>
                  </a:lnTo>
                  <a:lnTo>
                    <a:pt x="2072776" y="401437"/>
                  </a:lnTo>
                  <a:lnTo>
                    <a:pt x="2035092" y="382548"/>
                  </a:lnTo>
                  <a:lnTo>
                    <a:pt x="2002301" y="362318"/>
                  </a:lnTo>
                  <a:lnTo>
                    <a:pt x="1952720" y="318327"/>
                  </a:lnTo>
                  <a:lnTo>
                    <a:pt x="1926668" y="270450"/>
                  </a:lnTo>
                  <a:lnTo>
                    <a:pt x="1923288" y="245363"/>
                  </a:lnTo>
                  <a:close/>
                </a:path>
                <a:path w="5507990" h="1312545">
                  <a:moveTo>
                    <a:pt x="3762756" y="1066799"/>
                  </a:moveTo>
                  <a:lnTo>
                    <a:pt x="3774176" y="1027001"/>
                  </a:lnTo>
                  <a:lnTo>
                    <a:pt x="3807238" y="989246"/>
                  </a:lnTo>
                  <a:lnTo>
                    <a:pt x="3860146" y="954041"/>
                  </a:lnTo>
                  <a:lnTo>
                    <a:pt x="3931103" y="921891"/>
                  </a:lnTo>
                  <a:lnTo>
                    <a:pt x="3972788" y="907120"/>
                  </a:lnTo>
                  <a:lnTo>
                    <a:pt x="4018311" y="893302"/>
                  </a:lnTo>
                  <a:lnTo>
                    <a:pt x="4067449" y="880500"/>
                  </a:lnTo>
                  <a:lnTo>
                    <a:pt x="4119975" y="868777"/>
                  </a:lnTo>
                  <a:lnTo>
                    <a:pt x="4175666" y="858197"/>
                  </a:lnTo>
                  <a:lnTo>
                    <a:pt x="4234297" y="848823"/>
                  </a:lnTo>
                  <a:lnTo>
                    <a:pt x="4295644" y="840718"/>
                  </a:lnTo>
                  <a:lnTo>
                    <a:pt x="4359481" y="833944"/>
                  </a:lnTo>
                  <a:lnTo>
                    <a:pt x="4425584" y="828567"/>
                  </a:lnTo>
                  <a:lnTo>
                    <a:pt x="4493729" y="824647"/>
                  </a:lnTo>
                  <a:lnTo>
                    <a:pt x="4563691" y="822249"/>
                  </a:lnTo>
                  <a:lnTo>
                    <a:pt x="4635246" y="821435"/>
                  </a:lnTo>
                  <a:lnTo>
                    <a:pt x="4706800" y="822249"/>
                  </a:lnTo>
                  <a:lnTo>
                    <a:pt x="4776762" y="824647"/>
                  </a:lnTo>
                  <a:lnTo>
                    <a:pt x="4844907" y="828567"/>
                  </a:lnTo>
                  <a:lnTo>
                    <a:pt x="4911010" y="833944"/>
                  </a:lnTo>
                  <a:lnTo>
                    <a:pt x="4974847" y="840718"/>
                  </a:lnTo>
                  <a:lnTo>
                    <a:pt x="5036194" y="848823"/>
                  </a:lnTo>
                  <a:lnTo>
                    <a:pt x="5094825" y="858197"/>
                  </a:lnTo>
                  <a:lnTo>
                    <a:pt x="5150516" y="868777"/>
                  </a:lnTo>
                  <a:lnTo>
                    <a:pt x="5203042" y="880500"/>
                  </a:lnTo>
                  <a:lnTo>
                    <a:pt x="5252180" y="893302"/>
                  </a:lnTo>
                  <a:lnTo>
                    <a:pt x="5297703" y="907120"/>
                  </a:lnTo>
                  <a:lnTo>
                    <a:pt x="5339388" y="921891"/>
                  </a:lnTo>
                  <a:lnTo>
                    <a:pt x="5377010" y="937553"/>
                  </a:lnTo>
                  <a:lnTo>
                    <a:pt x="5439167" y="971294"/>
                  </a:lnTo>
                  <a:lnTo>
                    <a:pt x="5482377" y="1007836"/>
                  </a:lnTo>
                  <a:lnTo>
                    <a:pt x="5504843" y="1046676"/>
                  </a:lnTo>
                  <a:lnTo>
                    <a:pt x="5507736" y="1066799"/>
                  </a:lnTo>
                  <a:lnTo>
                    <a:pt x="5504843" y="1086923"/>
                  </a:lnTo>
                  <a:lnTo>
                    <a:pt x="5482377" y="1125763"/>
                  </a:lnTo>
                  <a:lnTo>
                    <a:pt x="5439167" y="1162305"/>
                  </a:lnTo>
                  <a:lnTo>
                    <a:pt x="5377010" y="1196046"/>
                  </a:lnTo>
                  <a:lnTo>
                    <a:pt x="5339388" y="1211708"/>
                  </a:lnTo>
                  <a:lnTo>
                    <a:pt x="5297703" y="1226479"/>
                  </a:lnTo>
                  <a:lnTo>
                    <a:pt x="5252180" y="1240297"/>
                  </a:lnTo>
                  <a:lnTo>
                    <a:pt x="5203042" y="1253099"/>
                  </a:lnTo>
                  <a:lnTo>
                    <a:pt x="5150516" y="1264822"/>
                  </a:lnTo>
                  <a:lnTo>
                    <a:pt x="5094825" y="1275402"/>
                  </a:lnTo>
                  <a:lnTo>
                    <a:pt x="5036194" y="1284776"/>
                  </a:lnTo>
                  <a:lnTo>
                    <a:pt x="4974847" y="1292881"/>
                  </a:lnTo>
                  <a:lnTo>
                    <a:pt x="4911010" y="1299655"/>
                  </a:lnTo>
                  <a:lnTo>
                    <a:pt x="4844907" y="1305032"/>
                  </a:lnTo>
                  <a:lnTo>
                    <a:pt x="4776762" y="1308952"/>
                  </a:lnTo>
                  <a:lnTo>
                    <a:pt x="4706800" y="1311350"/>
                  </a:lnTo>
                  <a:lnTo>
                    <a:pt x="4635246" y="1312163"/>
                  </a:lnTo>
                  <a:lnTo>
                    <a:pt x="4563691" y="1311350"/>
                  </a:lnTo>
                  <a:lnTo>
                    <a:pt x="4493729" y="1308952"/>
                  </a:lnTo>
                  <a:lnTo>
                    <a:pt x="4425584" y="1305032"/>
                  </a:lnTo>
                  <a:lnTo>
                    <a:pt x="4359481" y="1299655"/>
                  </a:lnTo>
                  <a:lnTo>
                    <a:pt x="4295644" y="1292881"/>
                  </a:lnTo>
                  <a:lnTo>
                    <a:pt x="4234297" y="1284776"/>
                  </a:lnTo>
                  <a:lnTo>
                    <a:pt x="4175666" y="1275402"/>
                  </a:lnTo>
                  <a:lnTo>
                    <a:pt x="4119975" y="1264822"/>
                  </a:lnTo>
                  <a:lnTo>
                    <a:pt x="4067449" y="1253099"/>
                  </a:lnTo>
                  <a:lnTo>
                    <a:pt x="4018311" y="1240297"/>
                  </a:lnTo>
                  <a:lnTo>
                    <a:pt x="3972788" y="1226479"/>
                  </a:lnTo>
                  <a:lnTo>
                    <a:pt x="3931103" y="1211708"/>
                  </a:lnTo>
                  <a:lnTo>
                    <a:pt x="3893481" y="1196046"/>
                  </a:lnTo>
                  <a:lnTo>
                    <a:pt x="3831324" y="1162305"/>
                  </a:lnTo>
                  <a:lnTo>
                    <a:pt x="3788114" y="1125763"/>
                  </a:lnTo>
                  <a:lnTo>
                    <a:pt x="3765648" y="1086923"/>
                  </a:lnTo>
                  <a:lnTo>
                    <a:pt x="3762756" y="1066799"/>
                  </a:lnTo>
                  <a:close/>
                </a:path>
                <a:path w="5507990" h="1312545">
                  <a:moveTo>
                    <a:pt x="0" y="874013"/>
                  </a:moveTo>
                  <a:lnTo>
                    <a:pt x="10371" y="823228"/>
                  </a:lnTo>
                  <a:lnTo>
                    <a:pt x="40450" y="774893"/>
                  </a:lnTo>
                  <a:lnTo>
                    <a:pt x="88685" y="729593"/>
                  </a:lnTo>
                  <a:lnTo>
                    <a:pt x="153523" y="687913"/>
                  </a:lnTo>
                  <a:lnTo>
                    <a:pt x="191684" y="668613"/>
                  </a:lnTo>
                  <a:lnTo>
                    <a:pt x="233413" y="650438"/>
                  </a:lnTo>
                  <a:lnTo>
                    <a:pt x="278517" y="633459"/>
                  </a:lnTo>
                  <a:lnTo>
                    <a:pt x="326802" y="617750"/>
                  </a:lnTo>
                  <a:lnTo>
                    <a:pt x="378074" y="603385"/>
                  </a:lnTo>
                  <a:lnTo>
                    <a:pt x="432138" y="590437"/>
                  </a:lnTo>
                  <a:lnTo>
                    <a:pt x="488801" y="578977"/>
                  </a:lnTo>
                  <a:lnTo>
                    <a:pt x="547869" y="569081"/>
                  </a:lnTo>
                  <a:lnTo>
                    <a:pt x="609148" y="560819"/>
                  </a:lnTo>
                  <a:lnTo>
                    <a:pt x="672443" y="554267"/>
                  </a:lnTo>
                  <a:lnTo>
                    <a:pt x="737561" y="549496"/>
                  </a:lnTo>
                  <a:lnTo>
                    <a:pt x="804308" y="546580"/>
                  </a:lnTo>
                  <a:lnTo>
                    <a:pt x="872489" y="545591"/>
                  </a:lnTo>
                  <a:lnTo>
                    <a:pt x="940671" y="546580"/>
                  </a:lnTo>
                  <a:lnTo>
                    <a:pt x="1007418" y="549496"/>
                  </a:lnTo>
                  <a:lnTo>
                    <a:pt x="1072536" y="554267"/>
                  </a:lnTo>
                  <a:lnTo>
                    <a:pt x="1135831" y="560819"/>
                  </a:lnTo>
                  <a:lnTo>
                    <a:pt x="1197110" y="569081"/>
                  </a:lnTo>
                  <a:lnTo>
                    <a:pt x="1256178" y="578977"/>
                  </a:lnTo>
                  <a:lnTo>
                    <a:pt x="1312841" y="590437"/>
                  </a:lnTo>
                  <a:lnTo>
                    <a:pt x="1366905" y="603385"/>
                  </a:lnTo>
                  <a:lnTo>
                    <a:pt x="1418177" y="617750"/>
                  </a:lnTo>
                  <a:lnTo>
                    <a:pt x="1466462" y="633459"/>
                  </a:lnTo>
                  <a:lnTo>
                    <a:pt x="1511566" y="650438"/>
                  </a:lnTo>
                  <a:lnTo>
                    <a:pt x="1553295" y="668613"/>
                  </a:lnTo>
                  <a:lnTo>
                    <a:pt x="1591456" y="687913"/>
                  </a:lnTo>
                  <a:lnTo>
                    <a:pt x="1625854" y="708264"/>
                  </a:lnTo>
                  <a:lnTo>
                    <a:pt x="1682584" y="751827"/>
                  </a:lnTo>
                  <a:lnTo>
                    <a:pt x="1721935" y="798718"/>
                  </a:lnTo>
                  <a:lnTo>
                    <a:pt x="1742354" y="848351"/>
                  </a:lnTo>
                  <a:lnTo>
                    <a:pt x="1744980" y="874013"/>
                  </a:lnTo>
                  <a:lnTo>
                    <a:pt x="1742354" y="899679"/>
                  </a:lnTo>
                  <a:lnTo>
                    <a:pt x="1721935" y="949317"/>
                  </a:lnTo>
                  <a:lnTo>
                    <a:pt x="1682584" y="996210"/>
                  </a:lnTo>
                  <a:lnTo>
                    <a:pt x="1625854" y="1039774"/>
                  </a:lnTo>
                  <a:lnTo>
                    <a:pt x="1591456" y="1060125"/>
                  </a:lnTo>
                  <a:lnTo>
                    <a:pt x="1553295" y="1079424"/>
                  </a:lnTo>
                  <a:lnTo>
                    <a:pt x="1511566" y="1097599"/>
                  </a:lnTo>
                  <a:lnTo>
                    <a:pt x="1466462" y="1114577"/>
                  </a:lnTo>
                  <a:lnTo>
                    <a:pt x="1418177" y="1130285"/>
                  </a:lnTo>
                  <a:lnTo>
                    <a:pt x="1366905" y="1144649"/>
                  </a:lnTo>
                  <a:lnTo>
                    <a:pt x="1312841" y="1157596"/>
                  </a:lnTo>
                  <a:lnTo>
                    <a:pt x="1256178" y="1169054"/>
                  </a:lnTo>
                  <a:lnTo>
                    <a:pt x="1197110" y="1178950"/>
                  </a:lnTo>
                  <a:lnTo>
                    <a:pt x="1135831" y="1187210"/>
                  </a:lnTo>
                  <a:lnTo>
                    <a:pt x="1072536" y="1193762"/>
                  </a:lnTo>
                  <a:lnTo>
                    <a:pt x="1007418" y="1198532"/>
                  </a:lnTo>
                  <a:lnTo>
                    <a:pt x="940671" y="1201447"/>
                  </a:lnTo>
                  <a:lnTo>
                    <a:pt x="872489" y="1202435"/>
                  </a:lnTo>
                  <a:lnTo>
                    <a:pt x="804308" y="1201447"/>
                  </a:lnTo>
                  <a:lnTo>
                    <a:pt x="737561" y="1198532"/>
                  </a:lnTo>
                  <a:lnTo>
                    <a:pt x="672443" y="1193762"/>
                  </a:lnTo>
                  <a:lnTo>
                    <a:pt x="609148" y="1187210"/>
                  </a:lnTo>
                  <a:lnTo>
                    <a:pt x="547869" y="1178950"/>
                  </a:lnTo>
                  <a:lnTo>
                    <a:pt x="488801" y="1169054"/>
                  </a:lnTo>
                  <a:lnTo>
                    <a:pt x="432138" y="1157596"/>
                  </a:lnTo>
                  <a:lnTo>
                    <a:pt x="378074" y="1144649"/>
                  </a:lnTo>
                  <a:lnTo>
                    <a:pt x="326802" y="1130285"/>
                  </a:lnTo>
                  <a:lnTo>
                    <a:pt x="278517" y="1114577"/>
                  </a:lnTo>
                  <a:lnTo>
                    <a:pt x="233413" y="1097599"/>
                  </a:lnTo>
                  <a:lnTo>
                    <a:pt x="191684" y="1079424"/>
                  </a:lnTo>
                  <a:lnTo>
                    <a:pt x="153523" y="1060125"/>
                  </a:lnTo>
                  <a:lnTo>
                    <a:pt x="119126" y="1039774"/>
                  </a:lnTo>
                  <a:lnTo>
                    <a:pt x="62395" y="996210"/>
                  </a:lnTo>
                  <a:lnTo>
                    <a:pt x="23044" y="949317"/>
                  </a:lnTo>
                  <a:lnTo>
                    <a:pt x="2625" y="899679"/>
                  </a:lnTo>
                  <a:lnTo>
                    <a:pt x="0" y="87401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49895" y="5875019"/>
              <a:ext cx="2120265" cy="492759"/>
            </a:xfrm>
            <a:custGeom>
              <a:avLst/>
              <a:gdLst/>
              <a:ahLst/>
              <a:cxnLst/>
              <a:rect l="l" t="t" r="r" b="b"/>
              <a:pathLst>
                <a:path w="2120265" h="492760">
                  <a:moveTo>
                    <a:pt x="1059942" y="0"/>
                  </a:moveTo>
                  <a:lnTo>
                    <a:pt x="987377" y="567"/>
                  </a:lnTo>
                  <a:lnTo>
                    <a:pt x="916123" y="2246"/>
                  </a:lnTo>
                  <a:lnTo>
                    <a:pt x="846340" y="5000"/>
                  </a:lnTo>
                  <a:lnTo>
                    <a:pt x="778183" y="8792"/>
                  </a:lnTo>
                  <a:lnTo>
                    <a:pt x="711812" y="13584"/>
                  </a:lnTo>
                  <a:lnTo>
                    <a:pt x="647384" y="19342"/>
                  </a:lnTo>
                  <a:lnTo>
                    <a:pt x="585057" y="26027"/>
                  </a:lnTo>
                  <a:lnTo>
                    <a:pt x="524989" y="33604"/>
                  </a:lnTo>
                  <a:lnTo>
                    <a:pt x="467338" y="42035"/>
                  </a:lnTo>
                  <a:lnTo>
                    <a:pt x="412262" y="51284"/>
                  </a:lnTo>
                  <a:lnTo>
                    <a:pt x="359919" y="61314"/>
                  </a:lnTo>
                  <a:lnTo>
                    <a:pt x="310467" y="72089"/>
                  </a:lnTo>
                  <a:lnTo>
                    <a:pt x="264063" y="83572"/>
                  </a:lnTo>
                  <a:lnTo>
                    <a:pt x="220866" y="95727"/>
                  </a:lnTo>
                  <a:lnTo>
                    <a:pt x="181033" y="108516"/>
                  </a:lnTo>
                  <a:lnTo>
                    <a:pt x="144723" y="121903"/>
                  </a:lnTo>
                  <a:lnTo>
                    <a:pt x="83302" y="150324"/>
                  </a:lnTo>
                  <a:lnTo>
                    <a:pt x="37865" y="180697"/>
                  </a:lnTo>
                  <a:lnTo>
                    <a:pt x="9676" y="212728"/>
                  </a:lnTo>
                  <a:lnTo>
                    <a:pt x="0" y="246125"/>
                  </a:lnTo>
                  <a:lnTo>
                    <a:pt x="2445" y="262976"/>
                  </a:lnTo>
                  <a:lnTo>
                    <a:pt x="37865" y="311554"/>
                  </a:lnTo>
                  <a:lnTo>
                    <a:pt x="83302" y="341927"/>
                  </a:lnTo>
                  <a:lnTo>
                    <a:pt x="144723" y="370348"/>
                  </a:lnTo>
                  <a:lnTo>
                    <a:pt x="181033" y="383735"/>
                  </a:lnTo>
                  <a:lnTo>
                    <a:pt x="220866" y="396524"/>
                  </a:lnTo>
                  <a:lnTo>
                    <a:pt x="264063" y="408679"/>
                  </a:lnTo>
                  <a:lnTo>
                    <a:pt x="310467" y="420162"/>
                  </a:lnTo>
                  <a:lnTo>
                    <a:pt x="359919" y="430937"/>
                  </a:lnTo>
                  <a:lnTo>
                    <a:pt x="412262" y="440967"/>
                  </a:lnTo>
                  <a:lnTo>
                    <a:pt x="467338" y="450216"/>
                  </a:lnTo>
                  <a:lnTo>
                    <a:pt x="524989" y="458647"/>
                  </a:lnTo>
                  <a:lnTo>
                    <a:pt x="585057" y="466224"/>
                  </a:lnTo>
                  <a:lnTo>
                    <a:pt x="647384" y="472909"/>
                  </a:lnTo>
                  <a:lnTo>
                    <a:pt x="711812" y="478667"/>
                  </a:lnTo>
                  <a:lnTo>
                    <a:pt x="778183" y="483459"/>
                  </a:lnTo>
                  <a:lnTo>
                    <a:pt x="846340" y="487251"/>
                  </a:lnTo>
                  <a:lnTo>
                    <a:pt x="916123" y="490005"/>
                  </a:lnTo>
                  <a:lnTo>
                    <a:pt x="987377" y="491684"/>
                  </a:lnTo>
                  <a:lnTo>
                    <a:pt x="1059942" y="492251"/>
                  </a:lnTo>
                  <a:lnTo>
                    <a:pt x="1132506" y="491684"/>
                  </a:lnTo>
                  <a:lnTo>
                    <a:pt x="1203760" y="490005"/>
                  </a:lnTo>
                  <a:lnTo>
                    <a:pt x="1273543" y="487251"/>
                  </a:lnTo>
                  <a:lnTo>
                    <a:pt x="1341700" y="483459"/>
                  </a:lnTo>
                  <a:lnTo>
                    <a:pt x="1408071" y="478667"/>
                  </a:lnTo>
                  <a:lnTo>
                    <a:pt x="1472499" y="472909"/>
                  </a:lnTo>
                  <a:lnTo>
                    <a:pt x="1534826" y="466224"/>
                  </a:lnTo>
                  <a:lnTo>
                    <a:pt x="1594894" y="458647"/>
                  </a:lnTo>
                  <a:lnTo>
                    <a:pt x="1652545" y="450216"/>
                  </a:lnTo>
                  <a:lnTo>
                    <a:pt x="1707621" y="440967"/>
                  </a:lnTo>
                  <a:lnTo>
                    <a:pt x="1759964" y="430937"/>
                  </a:lnTo>
                  <a:lnTo>
                    <a:pt x="1809416" y="420162"/>
                  </a:lnTo>
                  <a:lnTo>
                    <a:pt x="1855820" y="408679"/>
                  </a:lnTo>
                  <a:lnTo>
                    <a:pt x="1899017" y="396524"/>
                  </a:lnTo>
                  <a:lnTo>
                    <a:pt x="1938850" y="383735"/>
                  </a:lnTo>
                  <a:lnTo>
                    <a:pt x="1975160" y="370348"/>
                  </a:lnTo>
                  <a:lnTo>
                    <a:pt x="2036581" y="341927"/>
                  </a:lnTo>
                  <a:lnTo>
                    <a:pt x="2082018" y="311554"/>
                  </a:lnTo>
                  <a:lnTo>
                    <a:pt x="2110207" y="279523"/>
                  </a:lnTo>
                  <a:lnTo>
                    <a:pt x="2119883" y="246125"/>
                  </a:lnTo>
                  <a:lnTo>
                    <a:pt x="2117438" y="229275"/>
                  </a:lnTo>
                  <a:lnTo>
                    <a:pt x="2082018" y="180697"/>
                  </a:lnTo>
                  <a:lnTo>
                    <a:pt x="2036581" y="150324"/>
                  </a:lnTo>
                  <a:lnTo>
                    <a:pt x="1975160" y="121903"/>
                  </a:lnTo>
                  <a:lnTo>
                    <a:pt x="1938850" y="108516"/>
                  </a:lnTo>
                  <a:lnTo>
                    <a:pt x="1899017" y="95727"/>
                  </a:lnTo>
                  <a:lnTo>
                    <a:pt x="1855820" y="83572"/>
                  </a:lnTo>
                  <a:lnTo>
                    <a:pt x="1809416" y="72089"/>
                  </a:lnTo>
                  <a:lnTo>
                    <a:pt x="1759964" y="61314"/>
                  </a:lnTo>
                  <a:lnTo>
                    <a:pt x="1707621" y="51284"/>
                  </a:lnTo>
                  <a:lnTo>
                    <a:pt x="1652545" y="42035"/>
                  </a:lnTo>
                  <a:lnTo>
                    <a:pt x="1594894" y="33604"/>
                  </a:lnTo>
                  <a:lnTo>
                    <a:pt x="1534826" y="26027"/>
                  </a:lnTo>
                  <a:lnTo>
                    <a:pt x="1472499" y="19342"/>
                  </a:lnTo>
                  <a:lnTo>
                    <a:pt x="1408071" y="13584"/>
                  </a:lnTo>
                  <a:lnTo>
                    <a:pt x="1341700" y="8792"/>
                  </a:lnTo>
                  <a:lnTo>
                    <a:pt x="1273543" y="5000"/>
                  </a:lnTo>
                  <a:lnTo>
                    <a:pt x="1203760" y="2246"/>
                  </a:lnTo>
                  <a:lnTo>
                    <a:pt x="1132506" y="567"/>
                  </a:lnTo>
                  <a:lnTo>
                    <a:pt x="1059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49895" y="5875019"/>
              <a:ext cx="2120265" cy="492759"/>
            </a:xfrm>
            <a:custGeom>
              <a:avLst/>
              <a:gdLst/>
              <a:ahLst/>
              <a:cxnLst/>
              <a:rect l="l" t="t" r="r" b="b"/>
              <a:pathLst>
                <a:path w="2120265" h="492760">
                  <a:moveTo>
                    <a:pt x="0" y="246125"/>
                  </a:moveTo>
                  <a:lnTo>
                    <a:pt x="21536" y="196524"/>
                  </a:lnTo>
                  <a:lnTo>
                    <a:pt x="58506" y="165285"/>
                  </a:lnTo>
                  <a:lnTo>
                    <a:pt x="112093" y="135851"/>
                  </a:lnTo>
                  <a:lnTo>
                    <a:pt x="181033" y="108516"/>
                  </a:lnTo>
                  <a:lnTo>
                    <a:pt x="220866" y="95727"/>
                  </a:lnTo>
                  <a:lnTo>
                    <a:pt x="264063" y="83572"/>
                  </a:lnTo>
                  <a:lnTo>
                    <a:pt x="310467" y="72089"/>
                  </a:lnTo>
                  <a:lnTo>
                    <a:pt x="359919" y="61314"/>
                  </a:lnTo>
                  <a:lnTo>
                    <a:pt x="412262" y="51284"/>
                  </a:lnTo>
                  <a:lnTo>
                    <a:pt x="467338" y="42035"/>
                  </a:lnTo>
                  <a:lnTo>
                    <a:pt x="524989" y="33604"/>
                  </a:lnTo>
                  <a:lnTo>
                    <a:pt x="585057" y="26027"/>
                  </a:lnTo>
                  <a:lnTo>
                    <a:pt x="647384" y="19342"/>
                  </a:lnTo>
                  <a:lnTo>
                    <a:pt x="711812" y="13584"/>
                  </a:lnTo>
                  <a:lnTo>
                    <a:pt x="778183" y="8792"/>
                  </a:lnTo>
                  <a:lnTo>
                    <a:pt x="846340" y="5000"/>
                  </a:lnTo>
                  <a:lnTo>
                    <a:pt x="916123" y="2246"/>
                  </a:lnTo>
                  <a:lnTo>
                    <a:pt x="987377" y="567"/>
                  </a:lnTo>
                  <a:lnTo>
                    <a:pt x="1059942" y="0"/>
                  </a:lnTo>
                  <a:lnTo>
                    <a:pt x="1132506" y="567"/>
                  </a:lnTo>
                  <a:lnTo>
                    <a:pt x="1203760" y="2246"/>
                  </a:lnTo>
                  <a:lnTo>
                    <a:pt x="1273543" y="5000"/>
                  </a:lnTo>
                  <a:lnTo>
                    <a:pt x="1341700" y="8792"/>
                  </a:lnTo>
                  <a:lnTo>
                    <a:pt x="1408071" y="13584"/>
                  </a:lnTo>
                  <a:lnTo>
                    <a:pt x="1472499" y="19342"/>
                  </a:lnTo>
                  <a:lnTo>
                    <a:pt x="1534826" y="26027"/>
                  </a:lnTo>
                  <a:lnTo>
                    <a:pt x="1594894" y="33604"/>
                  </a:lnTo>
                  <a:lnTo>
                    <a:pt x="1652545" y="42035"/>
                  </a:lnTo>
                  <a:lnTo>
                    <a:pt x="1707621" y="51284"/>
                  </a:lnTo>
                  <a:lnTo>
                    <a:pt x="1759964" y="61314"/>
                  </a:lnTo>
                  <a:lnTo>
                    <a:pt x="1809416" y="72089"/>
                  </a:lnTo>
                  <a:lnTo>
                    <a:pt x="1855820" y="83572"/>
                  </a:lnTo>
                  <a:lnTo>
                    <a:pt x="1899017" y="95727"/>
                  </a:lnTo>
                  <a:lnTo>
                    <a:pt x="1938850" y="108516"/>
                  </a:lnTo>
                  <a:lnTo>
                    <a:pt x="1975160" y="121903"/>
                  </a:lnTo>
                  <a:lnTo>
                    <a:pt x="2036581" y="150324"/>
                  </a:lnTo>
                  <a:lnTo>
                    <a:pt x="2082018" y="180697"/>
                  </a:lnTo>
                  <a:lnTo>
                    <a:pt x="2110207" y="212728"/>
                  </a:lnTo>
                  <a:lnTo>
                    <a:pt x="2119883" y="246125"/>
                  </a:lnTo>
                  <a:lnTo>
                    <a:pt x="2117438" y="262976"/>
                  </a:lnTo>
                  <a:lnTo>
                    <a:pt x="2082018" y="311554"/>
                  </a:lnTo>
                  <a:lnTo>
                    <a:pt x="2036581" y="341927"/>
                  </a:lnTo>
                  <a:lnTo>
                    <a:pt x="1975160" y="370348"/>
                  </a:lnTo>
                  <a:lnTo>
                    <a:pt x="1938850" y="383735"/>
                  </a:lnTo>
                  <a:lnTo>
                    <a:pt x="1899017" y="396524"/>
                  </a:lnTo>
                  <a:lnTo>
                    <a:pt x="1855820" y="408679"/>
                  </a:lnTo>
                  <a:lnTo>
                    <a:pt x="1809416" y="420162"/>
                  </a:lnTo>
                  <a:lnTo>
                    <a:pt x="1759964" y="430937"/>
                  </a:lnTo>
                  <a:lnTo>
                    <a:pt x="1707621" y="440967"/>
                  </a:lnTo>
                  <a:lnTo>
                    <a:pt x="1652545" y="450216"/>
                  </a:lnTo>
                  <a:lnTo>
                    <a:pt x="1594894" y="458647"/>
                  </a:lnTo>
                  <a:lnTo>
                    <a:pt x="1534826" y="466224"/>
                  </a:lnTo>
                  <a:lnTo>
                    <a:pt x="1472499" y="472909"/>
                  </a:lnTo>
                  <a:lnTo>
                    <a:pt x="1408071" y="478667"/>
                  </a:lnTo>
                  <a:lnTo>
                    <a:pt x="1341700" y="483459"/>
                  </a:lnTo>
                  <a:lnTo>
                    <a:pt x="1273543" y="487251"/>
                  </a:lnTo>
                  <a:lnTo>
                    <a:pt x="1203760" y="490005"/>
                  </a:lnTo>
                  <a:lnTo>
                    <a:pt x="1132506" y="491684"/>
                  </a:lnTo>
                  <a:lnTo>
                    <a:pt x="1059942" y="492251"/>
                  </a:lnTo>
                  <a:lnTo>
                    <a:pt x="987377" y="491684"/>
                  </a:lnTo>
                  <a:lnTo>
                    <a:pt x="916123" y="490005"/>
                  </a:lnTo>
                  <a:lnTo>
                    <a:pt x="846340" y="487251"/>
                  </a:lnTo>
                  <a:lnTo>
                    <a:pt x="778183" y="483459"/>
                  </a:lnTo>
                  <a:lnTo>
                    <a:pt x="711812" y="478667"/>
                  </a:lnTo>
                  <a:lnTo>
                    <a:pt x="647384" y="472909"/>
                  </a:lnTo>
                  <a:lnTo>
                    <a:pt x="585057" y="466224"/>
                  </a:lnTo>
                  <a:lnTo>
                    <a:pt x="524989" y="458647"/>
                  </a:lnTo>
                  <a:lnTo>
                    <a:pt x="467338" y="450216"/>
                  </a:lnTo>
                  <a:lnTo>
                    <a:pt x="412262" y="440967"/>
                  </a:lnTo>
                  <a:lnTo>
                    <a:pt x="359919" y="430937"/>
                  </a:lnTo>
                  <a:lnTo>
                    <a:pt x="310467" y="420162"/>
                  </a:lnTo>
                  <a:lnTo>
                    <a:pt x="264063" y="408679"/>
                  </a:lnTo>
                  <a:lnTo>
                    <a:pt x="220866" y="396524"/>
                  </a:lnTo>
                  <a:lnTo>
                    <a:pt x="181033" y="383735"/>
                  </a:lnTo>
                  <a:lnTo>
                    <a:pt x="144723" y="370348"/>
                  </a:lnTo>
                  <a:lnTo>
                    <a:pt x="83302" y="341927"/>
                  </a:lnTo>
                  <a:lnTo>
                    <a:pt x="37865" y="311554"/>
                  </a:lnTo>
                  <a:lnTo>
                    <a:pt x="9676" y="279523"/>
                  </a:lnTo>
                  <a:lnTo>
                    <a:pt x="0" y="2461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75019" y="4895469"/>
            <a:ext cx="4810125" cy="136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210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ts val="1839"/>
              </a:lnSpc>
            </a:pPr>
            <a:r>
              <a:rPr sz="1800" spc="-10" dirty="0">
                <a:latin typeface="Calibri"/>
                <a:cs typeface="Calibri"/>
              </a:rPr>
              <a:t>First_name</a:t>
            </a:r>
            <a:endParaRPr sz="1800">
              <a:latin typeface="Calibri"/>
              <a:cs typeface="Calibri"/>
            </a:endParaRPr>
          </a:p>
          <a:p>
            <a:pPr marL="3787140">
              <a:lnSpc>
                <a:spcPts val="1705"/>
              </a:lnSpc>
            </a:pPr>
            <a:r>
              <a:rPr sz="1800" spc="-10" dirty="0">
                <a:latin typeface="Calibri"/>
                <a:cs typeface="Calibri"/>
              </a:rPr>
              <a:t>Last_name</a:t>
            </a:r>
            <a:endParaRPr sz="1800">
              <a:latin typeface="Calibri"/>
              <a:cs typeface="Calibri"/>
            </a:endParaRPr>
          </a:p>
          <a:p>
            <a:pPr marL="1587500">
              <a:lnSpc>
                <a:spcPts val="2025"/>
              </a:lnSpc>
            </a:pPr>
            <a:r>
              <a:rPr sz="1800" spc="-10" dirty="0">
                <a:latin typeface="Calibri"/>
                <a:cs typeface="Calibri"/>
              </a:rPr>
              <a:t>Middle_name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2464" y="5233415"/>
            <a:ext cx="2527935" cy="642620"/>
          </a:xfrm>
          <a:custGeom>
            <a:avLst/>
            <a:gdLst/>
            <a:ahLst/>
            <a:cxnLst/>
            <a:rect l="l" t="t" r="r" b="b"/>
            <a:pathLst>
              <a:path w="2527934" h="642620">
                <a:moveTo>
                  <a:pt x="2527427" y="474433"/>
                </a:moveTo>
                <a:lnTo>
                  <a:pt x="1549907" y="0"/>
                </a:lnTo>
              </a:path>
              <a:path w="2527934" h="642620">
                <a:moveTo>
                  <a:pt x="0" y="223393"/>
                </a:moveTo>
                <a:lnTo>
                  <a:pt x="625220" y="0"/>
                </a:lnTo>
              </a:path>
              <a:path w="2527934" h="642620">
                <a:moveTo>
                  <a:pt x="1086611" y="642124"/>
                </a:moveTo>
                <a:lnTo>
                  <a:pt x="1086611" y="7162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45554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Multivalued Attribute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462276"/>
            <a:ext cx="4992370" cy="18364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value.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a 	</a:t>
            </a:r>
            <a:r>
              <a:rPr sz="2400" b="1" spc="-10" dirty="0">
                <a:latin typeface="Calibri"/>
                <a:cs typeface="Calibri"/>
              </a:rPr>
              <a:t>multivalued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20979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double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oval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 	</a:t>
            </a:r>
            <a:r>
              <a:rPr sz="2400" dirty="0">
                <a:latin typeface="Calibri"/>
                <a:cs typeface="Calibri"/>
              </a:rPr>
              <a:t>multivalued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72502" y="5004561"/>
            <a:ext cx="2058035" cy="822325"/>
            <a:chOff x="7572502" y="5004561"/>
            <a:chExt cx="2058035" cy="822325"/>
          </a:xfrm>
        </p:grpSpPr>
        <p:sp>
          <p:nvSpPr>
            <p:cNvPr id="5" name="object 5"/>
            <p:cNvSpPr/>
            <p:nvPr/>
          </p:nvSpPr>
          <p:spPr>
            <a:xfrm>
              <a:off x="7578852" y="5010911"/>
              <a:ext cx="2045335" cy="809625"/>
            </a:xfrm>
            <a:custGeom>
              <a:avLst/>
              <a:gdLst/>
              <a:ahLst/>
              <a:cxnLst/>
              <a:rect l="l" t="t" r="r" b="b"/>
              <a:pathLst>
                <a:path w="2045334" h="809625">
                  <a:moveTo>
                    <a:pt x="0" y="404622"/>
                  </a:moveTo>
                  <a:lnTo>
                    <a:pt x="8610" y="351862"/>
                  </a:lnTo>
                  <a:lnTo>
                    <a:pt x="33724" y="301158"/>
                  </a:lnTo>
                  <a:lnTo>
                    <a:pt x="74263" y="252934"/>
                  </a:lnTo>
                  <a:lnTo>
                    <a:pt x="129148" y="207618"/>
                  </a:lnTo>
                  <a:lnTo>
                    <a:pt x="161634" y="186182"/>
                  </a:lnTo>
                  <a:lnTo>
                    <a:pt x="197303" y="165634"/>
                  </a:lnTo>
                  <a:lnTo>
                    <a:pt x="236019" y="146025"/>
                  </a:lnTo>
                  <a:lnTo>
                    <a:pt x="277648" y="127409"/>
                  </a:lnTo>
                  <a:lnTo>
                    <a:pt x="322056" y="109840"/>
                  </a:lnTo>
                  <a:lnTo>
                    <a:pt x="369107" y="93370"/>
                  </a:lnTo>
                  <a:lnTo>
                    <a:pt x="418667" y="78053"/>
                  </a:lnTo>
                  <a:lnTo>
                    <a:pt x="470601" y="63942"/>
                  </a:lnTo>
                  <a:lnTo>
                    <a:pt x="524774" y="51090"/>
                  </a:lnTo>
                  <a:lnTo>
                    <a:pt x="581051" y="39550"/>
                  </a:lnTo>
                  <a:lnTo>
                    <a:pt x="639299" y="29377"/>
                  </a:lnTo>
                  <a:lnTo>
                    <a:pt x="699381" y="20622"/>
                  </a:lnTo>
                  <a:lnTo>
                    <a:pt x="761164" y="13340"/>
                  </a:lnTo>
                  <a:lnTo>
                    <a:pt x="824513" y="7583"/>
                  </a:lnTo>
                  <a:lnTo>
                    <a:pt x="889292" y="3406"/>
                  </a:lnTo>
                  <a:lnTo>
                    <a:pt x="955367" y="860"/>
                  </a:lnTo>
                  <a:lnTo>
                    <a:pt x="1022603" y="0"/>
                  </a:lnTo>
                  <a:lnTo>
                    <a:pt x="1089840" y="860"/>
                  </a:lnTo>
                  <a:lnTo>
                    <a:pt x="1155915" y="3406"/>
                  </a:lnTo>
                  <a:lnTo>
                    <a:pt x="1220694" y="7583"/>
                  </a:lnTo>
                  <a:lnTo>
                    <a:pt x="1284043" y="13340"/>
                  </a:lnTo>
                  <a:lnTo>
                    <a:pt x="1345826" y="20622"/>
                  </a:lnTo>
                  <a:lnTo>
                    <a:pt x="1405908" y="29377"/>
                  </a:lnTo>
                  <a:lnTo>
                    <a:pt x="1464156" y="39550"/>
                  </a:lnTo>
                  <a:lnTo>
                    <a:pt x="1520433" y="51090"/>
                  </a:lnTo>
                  <a:lnTo>
                    <a:pt x="1574606" y="63942"/>
                  </a:lnTo>
                  <a:lnTo>
                    <a:pt x="1626540" y="78053"/>
                  </a:lnTo>
                  <a:lnTo>
                    <a:pt x="1676100" y="93370"/>
                  </a:lnTo>
                  <a:lnTo>
                    <a:pt x="1723151" y="109840"/>
                  </a:lnTo>
                  <a:lnTo>
                    <a:pt x="1767559" y="127409"/>
                  </a:lnTo>
                  <a:lnTo>
                    <a:pt x="1809188" y="146025"/>
                  </a:lnTo>
                  <a:lnTo>
                    <a:pt x="1847904" y="165634"/>
                  </a:lnTo>
                  <a:lnTo>
                    <a:pt x="1883573" y="186182"/>
                  </a:lnTo>
                  <a:lnTo>
                    <a:pt x="1916059" y="207618"/>
                  </a:lnTo>
                  <a:lnTo>
                    <a:pt x="1970944" y="252934"/>
                  </a:lnTo>
                  <a:lnTo>
                    <a:pt x="2011483" y="301158"/>
                  </a:lnTo>
                  <a:lnTo>
                    <a:pt x="2036597" y="351862"/>
                  </a:lnTo>
                  <a:lnTo>
                    <a:pt x="2045207" y="404622"/>
                  </a:lnTo>
                  <a:lnTo>
                    <a:pt x="2043032" y="431226"/>
                  </a:lnTo>
                  <a:lnTo>
                    <a:pt x="2026035" y="483002"/>
                  </a:lnTo>
                  <a:lnTo>
                    <a:pt x="1993075" y="532514"/>
                  </a:lnTo>
                  <a:lnTo>
                    <a:pt x="1945228" y="579335"/>
                  </a:lnTo>
                  <a:lnTo>
                    <a:pt x="1883573" y="623038"/>
                  </a:lnTo>
                  <a:lnTo>
                    <a:pt x="1847904" y="643587"/>
                  </a:lnTo>
                  <a:lnTo>
                    <a:pt x="1809188" y="663197"/>
                  </a:lnTo>
                  <a:lnTo>
                    <a:pt x="1767559" y="681814"/>
                  </a:lnTo>
                  <a:lnTo>
                    <a:pt x="1723151" y="699385"/>
                  </a:lnTo>
                  <a:lnTo>
                    <a:pt x="1676100" y="715857"/>
                  </a:lnTo>
                  <a:lnTo>
                    <a:pt x="1626540" y="731176"/>
                  </a:lnTo>
                  <a:lnTo>
                    <a:pt x="1574606" y="745289"/>
                  </a:lnTo>
                  <a:lnTo>
                    <a:pt x="1520433" y="758143"/>
                  </a:lnTo>
                  <a:lnTo>
                    <a:pt x="1464156" y="769684"/>
                  </a:lnTo>
                  <a:lnTo>
                    <a:pt x="1405908" y="779860"/>
                  </a:lnTo>
                  <a:lnTo>
                    <a:pt x="1345826" y="788616"/>
                  </a:lnTo>
                  <a:lnTo>
                    <a:pt x="1284043" y="795900"/>
                  </a:lnTo>
                  <a:lnTo>
                    <a:pt x="1220694" y="801658"/>
                  </a:lnTo>
                  <a:lnTo>
                    <a:pt x="1155915" y="805836"/>
                  </a:lnTo>
                  <a:lnTo>
                    <a:pt x="1089840" y="808383"/>
                  </a:lnTo>
                  <a:lnTo>
                    <a:pt x="1022603" y="809244"/>
                  </a:lnTo>
                  <a:lnTo>
                    <a:pt x="955367" y="808383"/>
                  </a:lnTo>
                  <a:lnTo>
                    <a:pt x="889292" y="805836"/>
                  </a:lnTo>
                  <a:lnTo>
                    <a:pt x="824513" y="801658"/>
                  </a:lnTo>
                  <a:lnTo>
                    <a:pt x="761164" y="795900"/>
                  </a:lnTo>
                  <a:lnTo>
                    <a:pt x="699381" y="788616"/>
                  </a:lnTo>
                  <a:lnTo>
                    <a:pt x="639299" y="779860"/>
                  </a:lnTo>
                  <a:lnTo>
                    <a:pt x="581051" y="769684"/>
                  </a:lnTo>
                  <a:lnTo>
                    <a:pt x="524774" y="758143"/>
                  </a:lnTo>
                  <a:lnTo>
                    <a:pt x="470601" y="745289"/>
                  </a:lnTo>
                  <a:lnTo>
                    <a:pt x="418667" y="731176"/>
                  </a:lnTo>
                  <a:lnTo>
                    <a:pt x="369107" y="715857"/>
                  </a:lnTo>
                  <a:lnTo>
                    <a:pt x="322056" y="699385"/>
                  </a:lnTo>
                  <a:lnTo>
                    <a:pt x="277648" y="681814"/>
                  </a:lnTo>
                  <a:lnTo>
                    <a:pt x="236019" y="663197"/>
                  </a:lnTo>
                  <a:lnTo>
                    <a:pt x="197303" y="643587"/>
                  </a:lnTo>
                  <a:lnTo>
                    <a:pt x="161634" y="623038"/>
                  </a:lnTo>
                  <a:lnTo>
                    <a:pt x="129148" y="601603"/>
                  </a:lnTo>
                  <a:lnTo>
                    <a:pt x="74263" y="556288"/>
                  </a:lnTo>
                  <a:lnTo>
                    <a:pt x="33724" y="508068"/>
                  </a:lnTo>
                  <a:lnTo>
                    <a:pt x="8610" y="457371"/>
                  </a:lnTo>
                  <a:lnTo>
                    <a:pt x="0" y="404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28204" y="5087111"/>
              <a:ext cx="1744980" cy="657225"/>
            </a:xfrm>
            <a:custGeom>
              <a:avLst/>
              <a:gdLst/>
              <a:ahLst/>
              <a:cxnLst/>
              <a:rect l="l" t="t" r="r" b="b"/>
              <a:pathLst>
                <a:path w="1744979" h="657225">
                  <a:moveTo>
                    <a:pt x="872490" y="0"/>
                  </a:moveTo>
                  <a:lnTo>
                    <a:pt x="804308" y="988"/>
                  </a:lnTo>
                  <a:lnTo>
                    <a:pt x="737561" y="3904"/>
                  </a:lnTo>
                  <a:lnTo>
                    <a:pt x="672443" y="8675"/>
                  </a:lnTo>
                  <a:lnTo>
                    <a:pt x="609148" y="15227"/>
                  </a:lnTo>
                  <a:lnTo>
                    <a:pt x="547869" y="23489"/>
                  </a:lnTo>
                  <a:lnTo>
                    <a:pt x="488801" y="33385"/>
                  </a:lnTo>
                  <a:lnTo>
                    <a:pt x="432138" y="44845"/>
                  </a:lnTo>
                  <a:lnTo>
                    <a:pt x="378074" y="57793"/>
                  </a:lnTo>
                  <a:lnTo>
                    <a:pt x="326802" y="72158"/>
                  </a:lnTo>
                  <a:lnTo>
                    <a:pt x="278517" y="87867"/>
                  </a:lnTo>
                  <a:lnTo>
                    <a:pt x="233413" y="104846"/>
                  </a:lnTo>
                  <a:lnTo>
                    <a:pt x="191684" y="123021"/>
                  </a:lnTo>
                  <a:lnTo>
                    <a:pt x="153523" y="142321"/>
                  </a:lnTo>
                  <a:lnTo>
                    <a:pt x="119125" y="162672"/>
                  </a:lnTo>
                  <a:lnTo>
                    <a:pt x="62395" y="206235"/>
                  </a:lnTo>
                  <a:lnTo>
                    <a:pt x="23044" y="253126"/>
                  </a:lnTo>
                  <a:lnTo>
                    <a:pt x="2625" y="302759"/>
                  </a:lnTo>
                  <a:lnTo>
                    <a:pt x="0" y="328422"/>
                  </a:lnTo>
                  <a:lnTo>
                    <a:pt x="2625" y="354087"/>
                  </a:lnTo>
                  <a:lnTo>
                    <a:pt x="23044" y="403725"/>
                  </a:lnTo>
                  <a:lnTo>
                    <a:pt x="62395" y="450618"/>
                  </a:lnTo>
                  <a:lnTo>
                    <a:pt x="119125" y="494182"/>
                  </a:lnTo>
                  <a:lnTo>
                    <a:pt x="153523" y="514533"/>
                  </a:lnTo>
                  <a:lnTo>
                    <a:pt x="191684" y="533832"/>
                  </a:lnTo>
                  <a:lnTo>
                    <a:pt x="233413" y="552007"/>
                  </a:lnTo>
                  <a:lnTo>
                    <a:pt x="278517" y="568985"/>
                  </a:lnTo>
                  <a:lnTo>
                    <a:pt x="326802" y="584693"/>
                  </a:lnTo>
                  <a:lnTo>
                    <a:pt x="378074" y="599057"/>
                  </a:lnTo>
                  <a:lnTo>
                    <a:pt x="432138" y="612004"/>
                  </a:lnTo>
                  <a:lnTo>
                    <a:pt x="488801" y="623462"/>
                  </a:lnTo>
                  <a:lnTo>
                    <a:pt x="547869" y="633358"/>
                  </a:lnTo>
                  <a:lnTo>
                    <a:pt x="609148" y="641618"/>
                  </a:lnTo>
                  <a:lnTo>
                    <a:pt x="672443" y="648170"/>
                  </a:lnTo>
                  <a:lnTo>
                    <a:pt x="737561" y="652940"/>
                  </a:lnTo>
                  <a:lnTo>
                    <a:pt x="804308" y="655855"/>
                  </a:lnTo>
                  <a:lnTo>
                    <a:pt x="872490" y="656844"/>
                  </a:lnTo>
                  <a:lnTo>
                    <a:pt x="940671" y="655855"/>
                  </a:lnTo>
                  <a:lnTo>
                    <a:pt x="1007418" y="652940"/>
                  </a:lnTo>
                  <a:lnTo>
                    <a:pt x="1072536" y="648170"/>
                  </a:lnTo>
                  <a:lnTo>
                    <a:pt x="1135831" y="641618"/>
                  </a:lnTo>
                  <a:lnTo>
                    <a:pt x="1197110" y="633358"/>
                  </a:lnTo>
                  <a:lnTo>
                    <a:pt x="1256178" y="623462"/>
                  </a:lnTo>
                  <a:lnTo>
                    <a:pt x="1312841" y="612004"/>
                  </a:lnTo>
                  <a:lnTo>
                    <a:pt x="1366905" y="599057"/>
                  </a:lnTo>
                  <a:lnTo>
                    <a:pt x="1418177" y="584693"/>
                  </a:lnTo>
                  <a:lnTo>
                    <a:pt x="1466462" y="568985"/>
                  </a:lnTo>
                  <a:lnTo>
                    <a:pt x="1511566" y="552007"/>
                  </a:lnTo>
                  <a:lnTo>
                    <a:pt x="1553295" y="533832"/>
                  </a:lnTo>
                  <a:lnTo>
                    <a:pt x="1591456" y="514533"/>
                  </a:lnTo>
                  <a:lnTo>
                    <a:pt x="1625853" y="494182"/>
                  </a:lnTo>
                  <a:lnTo>
                    <a:pt x="1682584" y="450618"/>
                  </a:lnTo>
                  <a:lnTo>
                    <a:pt x="1721935" y="403725"/>
                  </a:lnTo>
                  <a:lnTo>
                    <a:pt x="1742354" y="354087"/>
                  </a:lnTo>
                  <a:lnTo>
                    <a:pt x="1744979" y="328422"/>
                  </a:lnTo>
                  <a:lnTo>
                    <a:pt x="1742354" y="302759"/>
                  </a:lnTo>
                  <a:lnTo>
                    <a:pt x="1721935" y="253126"/>
                  </a:lnTo>
                  <a:lnTo>
                    <a:pt x="1682584" y="206235"/>
                  </a:lnTo>
                  <a:lnTo>
                    <a:pt x="1625853" y="162672"/>
                  </a:lnTo>
                  <a:lnTo>
                    <a:pt x="1591456" y="142321"/>
                  </a:lnTo>
                  <a:lnTo>
                    <a:pt x="1553295" y="123021"/>
                  </a:lnTo>
                  <a:lnTo>
                    <a:pt x="1511566" y="104846"/>
                  </a:lnTo>
                  <a:lnTo>
                    <a:pt x="1466462" y="87867"/>
                  </a:lnTo>
                  <a:lnTo>
                    <a:pt x="1418177" y="72158"/>
                  </a:lnTo>
                  <a:lnTo>
                    <a:pt x="1366905" y="57793"/>
                  </a:lnTo>
                  <a:lnTo>
                    <a:pt x="1312841" y="44845"/>
                  </a:lnTo>
                  <a:lnTo>
                    <a:pt x="1256178" y="33385"/>
                  </a:lnTo>
                  <a:lnTo>
                    <a:pt x="1197110" y="23489"/>
                  </a:lnTo>
                  <a:lnTo>
                    <a:pt x="1135831" y="15227"/>
                  </a:lnTo>
                  <a:lnTo>
                    <a:pt x="1072536" y="8675"/>
                  </a:lnTo>
                  <a:lnTo>
                    <a:pt x="1007418" y="3904"/>
                  </a:lnTo>
                  <a:lnTo>
                    <a:pt x="940671" y="988"/>
                  </a:lnTo>
                  <a:lnTo>
                    <a:pt x="872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28204" y="5087111"/>
              <a:ext cx="1744980" cy="657225"/>
            </a:xfrm>
            <a:custGeom>
              <a:avLst/>
              <a:gdLst/>
              <a:ahLst/>
              <a:cxnLst/>
              <a:rect l="l" t="t" r="r" b="b"/>
              <a:pathLst>
                <a:path w="1744979" h="657225">
                  <a:moveTo>
                    <a:pt x="0" y="328422"/>
                  </a:moveTo>
                  <a:lnTo>
                    <a:pt x="10371" y="277636"/>
                  </a:lnTo>
                  <a:lnTo>
                    <a:pt x="40450" y="229301"/>
                  </a:lnTo>
                  <a:lnTo>
                    <a:pt x="88685" y="184001"/>
                  </a:lnTo>
                  <a:lnTo>
                    <a:pt x="153523" y="142321"/>
                  </a:lnTo>
                  <a:lnTo>
                    <a:pt x="191684" y="123021"/>
                  </a:lnTo>
                  <a:lnTo>
                    <a:pt x="233413" y="104846"/>
                  </a:lnTo>
                  <a:lnTo>
                    <a:pt x="278517" y="87867"/>
                  </a:lnTo>
                  <a:lnTo>
                    <a:pt x="326802" y="72158"/>
                  </a:lnTo>
                  <a:lnTo>
                    <a:pt x="378074" y="57793"/>
                  </a:lnTo>
                  <a:lnTo>
                    <a:pt x="432138" y="44845"/>
                  </a:lnTo>
                  <a:lnTo>
                    <a:pt x="488801" y="33385"/>
                  </a:lnTo>
                  <a:lnTo>
                    <a:pt x="547869" y="23489"/>
                  </a:lnTo>
                  <a:lnTo>
                    <a:pt x="609148" y="15227"/>
                  </a:lnTo>
                  <a:lnTo>
                    <a:pt x="672443" y="8675"/>
                  </a:lnTo>
                  <a:lnTo>
                    <a:pt x="737561" y="3904"/>
                  </a:lnTo>
                  <a:lnTo>
                    <a:pt x="804308" y="988"/>
                  </a:lnTo>
                  <a:lnTo>
                    <a:pt x="872490" y="0"/>
                  </a:lnTo>
                  <a:lnTo>
                    <a:pt x="940671" y="988"/>
                  </a:lnTo>
                  <a:lnTo>
                    <a:pt x="1007418" y="3904"/>
                  </a:lnTo>
                  <a:lnTo>
                    <a:pt x="1072536" y="8675"/>
                  </a:lnTo>
                  <a:lnTo>
                    <a:pt x="1135831" y="15227"/>
                  </a:lnTo>
                  <a:lnTo>
                    <a:pt x="1197110" y="23489"/>
                  </a:lnTo>
                  <a:lnTo>
                    <a:pt x="1256178" y="33385"/>
                  </a:lnTo>
                  <a:lnTo>
                    <a:pt x="1312841" y="44845"/>
                  </a:lnTo>
                  <a:lnTo>
                    <a:pt x="1366905" y="57793"/>
                  </a:lnTo>
                  <a:lnTo>
                    <a:pt x="1418177" y="72158"/>
                  </a:lnTo>
                  <a:lnTo>
                    <a:pt x="1466462" y="87867"/>
                  </a:lnTo>
                  <a:lnTo>
                    <a:pt x="1511566" y="104846"/>
                  </a:lnTo>
                  <a:lnTo>
                    <a:pt x="1553295" y="123021"/>
                  </a:lnTo>
                  <a:lnTo>
                    <a:pt x="1591456" y="142321"/>
                  </a:lnTo>
                  <a:lnTo>
                    <a:pt x="1625853" y="162672"/>
                  </a:lnTo>
                  <a:lnTo>
                    <a:pt x="1682584" y="206235"/>
                  </a:lnTo>
                  <a:lnTo>
                    <a:pt x="1721935" y="253126"/>
                  </a:lnTo>
                  <a:lnTo>
                    <a:pt x="1742354" y="302759"/>
                  </a:lnTo>
                  <a:lnTo>
                    <a:pt x="1744979" y="328422"/>
                  </a:lnTo>
                  <a:lnTo>
                    <a:pt x="1742354" y="354087"/>
                  </a:lnTo>
                  <a:lnTo>
                    <a:pt x="1721935" y="403725"/>
                  </a:lnTo>
                  <a:lnTo>
                    <a:pt x="1682584" y="450618"/>
                  </a:lnTo>
                  <a:lnTo>
                    <a:pt x="1625853" y="494182"/>
                  </a:lnTo>
                  <a:lnTo>
                    <a:pt x="1591456" y="514533"/>
                  </a:lnTo>
                  <a:lnTo>
                    <a:pt x="1553295" y="533832"/>
                  </a:lnTo>
                  <a:lnTo>
                    <a:pt x="1511566" y="552007"/>
                  </a:lnTo>
                  <a:lnTo>
                    <a:pt x="1466462" y="568985"/>
                  </a:lnTo>
                  <a:lnTo>
                    <a:pt x="1418177" y="584693"/>
                  </a:lnTo>
                  <a:lnTo>
                    <a:pt x="1366905" y="599057"/>
                  </a:lnTo>
                  <a:lnTo>
                    <a:pt x="1312841" y="612004"/>
                  </a:lnTo>
                  <a:lnTo>
                    <a:pt x="1256178" y="623462"/>
                  </a:lnTo>
                  <a:lnTo>
                    <a:pt x="1197110" y="633358"/>
                  </a:lnTo>
                  <a:lnTo>
                    <a:pt x="1135831" y="641618"/>
                  </a:lnTo>
                  <a:lnTo>
                    <a:pt x="1072536" y="648170"/>
                  </a:lnTo>
                  <a:lnTo>
                    <a:pt x="1007418" y="652940"/>
                  </a:lnTo>
                  <a:lnTo>
                    <a:pt x="940671" y="655855"/>
                  </a:lnTo>
                  <a:lnTo>
                    <a:pt x="872490" y="656844"/>
                  </a:lnTo>
                  <a:lnTo>
                    <a:pt x="804308" y="655855"/>
                  </a:lnTo>
                  <a:lnTo>
                    <a:pt x="737561" y="652940"/>
                  </a:lnTo>
                  <a:lnTo>
                    <a:pt x="672443" y="648170"/>
                  </a:lnTo>
                  <a:lnTo>
                    <a:pt x="609148" y="641618"/>
                  </a:lnTo>
                  <a:lnTo>
                    <a:pt x="547869" y="633358"/>
                  </a:lnTo>
                  <a:lnTo>
                    <a:pt x="488801" y="623462"/>
                  </a:lnTo>
                  <a:lnTo>
                    <a:pt x="432138" y="612004"/>
                  </a:lnTo>
                  <a:lnTo>
                    <a:pt x="378074" y="599057"/>
                  </a:lnTo>
                  <a:lnTo>
                    <a:pt x="326802" y="584693"/>
                  </a:lnTo>
                  <a:lnTo>
                    <a:pt x="278517" y="568985"/>
                  </a:lnTo>
                  <a:lnTo>
                    <a:pt x="233413" y="552007"/>
                  </a:lnTo>
                  <a:lnTo>
                    <a:pt x="191684" y="533832"/>
                  </a:lnTo>
                  <a:lnTo>
                    <a:pt x="153523" y="514533"/>
                  </a:lnTo>
                  <a:lnTo>
                    <a:pt x="119125" y="494182"/>
                  </a:lnTo>
                  <a:lnTo>
                    <a:pt x="62395" y="450618"/>
                  </a:lnTo>
                  <a:lnTo>
                    <a:pt x="23044" y="403725"/>
                  </a:lnTo>
                  <a:lnTo>
                    <a:pt x="2625" y="354087"/>
                  </a:lnTo>
                  <a:lnTo>
                    <a:pt x="0" y="3284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16061" y="5252084"/>
            <a:ext cx="974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Phone_no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185420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Derived </a:t>
            </a:r>
            <a:r>
              <a:rPr sz="4000" spc="-30" dirty="0">
                <a:latin typeface="Calibri Light"/>
                <a:cs typeface="Calibri Light"/>
              </a:rPr>
              <a:t>Attribute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676780"/>
            <a:ext cx="4878070" cy="29508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 	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derived 	attribute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446405" indent="-227329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dashed 	ellipse.</a:t>
            </a:r>
            <a:endParaRPr sz="2400">
              <a:latin typeface="Calibri"/>
              <a:cs typeface="Calibri"/>
            </a:endParaRPr>
          </a:p>
          <a:p>
            <a:pPr marL="240029" marR="93980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person's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age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changes 	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 	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Date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birth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5656" y="5928359"/>
            <a:ext cx="1493520" cy="5549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latin typeface="Calibri"/>
                <a:cs typeface="Calibri"/>
              </a:rPr>
              <a:t>student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92540" y="4945379"/>
            <a:ext cx="1308100" cy="492759"/>
          </a:xfrm>
          <a:custGeom>
            <a:avLst/>
            <a:gdLst/>
            <a:ahLst/>
            <a:cxnLst/>
            <a:rect l="l" t="t" r="r" b="b"/>
            <a:pathLst>
              <a:path w="1308100" h="492760">
                <a:moveTo>
                  <a:pt x="0" y="246126"/>
                </a:moveTo>
                <a:lnTo>
                  <a:pt x="13283" y="196534"/>
                </a:lnTo>
                <a:lnTo>
                  <a:pt x="51381" y="150340"/>
                </a:lnTo>
                <a:lnTo>
                  <a:pt x="111663" y="108532"/>
                </a:lnTo>
                <a:lnTo>
                  <a:pt x="149301" y="89584"/>
                </a:lnTo>
                <a:lnTo>
                  <a:pt x="191500" y="72104"/>
                </a:lnTo>
                <a:lnTo>
                  <a:pt x="237929" y="56216"/>
                </a:lnTo>
                <a:lnTo>
                  <a:pt x="288261" y="42045"/>
                </a:lnTo>
                <a:lnTo>
                  <a:pt x="342167" y="29714"/>
                </a:lnTo>
                <a:lnTo>
                  <a:pt x="399317" y="19347"/>
                </a:lnTo>
                <a:lnTo>
                  <a:pt x="459384" y="11068"/>
                </a:lnTo>
                <a:lnTo>
                  <a:pt x="522039" y="5002"/>
                </a:lnTo>
                <a:lnTo>
                  <a:pt x="586952" y="1271"/>
                </a:lnTo>
                <a:lnTo>
                  <a:pt x="653795" y="0"/>
                </a:lnTo>
                <a:lnTo>
                  <a:pt x="720639" y="1271"/>
                </a:lnTo>
                <a:lnTo>
                  <a:pt x="785552" y="5002"/>
                </a:lnTo>
                <a:lnTo>
                  <a:pt x="848207" y="11068"/>
                </a:lnTo>
                <a:lnTo>
                  <a:pt x="908274" y="19347"/>
                </a:lnTo>
                <a:lnTo>
                  <a:pt x="965424" y="29714"/>
                </a:lnTo>
                <a:lnTo>
                  <a:pt x="1019330" y="42045"/>
                </a:lnTo>
                <a:lnTo>
                  <a:pt x="1069662" y="56216"/>
                </a:lnTo>
                <a:lnTo>
                  <a:pt x="1116091" y="72104"/>
                </a:lnTo>
                <a:lnTo>
                  <a:pt x="1158290" y="89584"/>
                </a:lnTo>
                <a:lnTo>
                  <a:pt x="1195928" y="108532"/>
                </a:lnTo>
                <a:lnTo>
                  <a:pt x="1228678" y="128826"/>
                </a:lnTo>
                <a:lnTo>
                  <a:pt x="1278196" y="172951"/>
                </a:lnTo>
                <a:lnTo>
                  <a:pt x="1304216" y="220967"/>
                </a:lnTo>
                <a:lnTo>
                  <a:pt x="1307591" y="246126"/>
                </a:lnTo>
                <a:lnTo>
                  <a:pt x="1304216" y="271284"/>
                </a:lnTo>
                <a:lnTo>
                  <a:pt x="1278196" y="319300"/>
                </a:lnTo>
                <a:lnTo>
                  <a:pt x="1228678" y="363425"/>
                </a:lnTo>
                <a:lnTo>
                  <a:pt x="1195928" y="383719"/>
                </a:lnTo>
                <a:lnTo>
                  <a:pt x="1158290" y="402667"/>
                </a:lnTo>
                <a:lnTo>
                  <a:pt x="1116091" y="420147"/>
                </a:lnTo>
                <a:lnTo>
                  <a:pt x="1069662" y="436035"/>
                </a:lnTo>
                <a:lnTo>
                  <a:pt x="1019330" y="450206"/>
                </a:lnTo>
                <a:lnTo>
                  <a:pt x="965424" y="462537"/>
                </a:lnTo>
                <a:lnTo>
                  <a:pt x="908274" y="472904"/>
                </a:lnTo>
                <a:lnTo>
                  <a:pt x="848207" y="481183"/>
                </a:lnTo>
                <a:lnTo>
                  <a:pt x="785552" y="487249"/>
                </a:lnTo>
                <a:lnTo>
                  <a:pt x="720639" y="490980"/>
                </a:lnTo>
                <a:lnTo>
                  <a:pt x="653795" y="492252"/>
                </a:lnTo>
                <a:lnTo>
                  <a:pt x="586952" y="490980"/>
                </a:lnTo>
                <a:lnTo>
                  <a:pt x="522039" y="487249"/>
                </a:lnTo>
                <a:lnTo>
                  <a:pt x="459384" y="481183"/>
                </a:lnTo>
                <a:lnTo>
                  <a:pt x="399317" y="472904"/>
                </a:lnTo>
                <a:lnTo>
                  <a:pt x="342167" y="462537"/>
                </a:lnTo>
                <a:lnTo>
                  <a:pt x="288261" y="450206"/>
                </a:lnTo>
                <a:lnTo>
                  <a:pt x="237929" y="436035"/>
                </a:lnTo>
                <a:lnTo>
                  <a:pt x="191500" y="420147"/>
                </a:lnTo>
                <a:lnTo>
                  <a:pt x="149301" y="402667"/>
                </a:lnTo>
                <a:lnTo>
                  <a:pt x="111663" y="383719"/>
                </a:lnTo>
                <a:lnTo>
                  <a:pt x="78913" y="363425"/>
                </a:lnTo>
                <a:lnTo>
                  <a:pt x="29395" y="319300"/>
                </a:lnTo>
                <a:lnTo>
                  <a:pt x="3375" y="271284"/>
                </a:lnTo>
                <a:lnTo>
                  <a:pt x="0" y="2461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70618" y="5028057"/>
            <a:ext cx="55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67273" y="5515102"/>
            <a:ext cx="1642110" cy="503555"/>
            <a:chOff x="5367273" y="5515102"/>
            <a:chExt cx="1642110" cy="503555"/>
          </a:xfrm>
        </p:grpSpPr>
        <p:sp>
          <p:nvSpPr>
            <p:cNvPr id="8" name="object 8"/>
            <p:cNvSpPr/>
            <p:nvPr/>
          </p:nvSpPr>
          <p:spPr>
            <a:xfrm>
              <a:off x="5373623" y="5521452"/>
              <a:ext cx="1629410" cy="490855"/>
            </a:xfrm>
            <a:custGeom>
              <a:avLst/>
              <a:gdLst/>
              <a:ahLst/>
              <a:cxnLst/>
              <a:rect l="l" t="t" r="r" b="b"/>
              <a:pathLst>
                <a:path w="1629409" h="490854">
                  <a:moveTo>
                    <a:pt x="814577" y="0"/>
                  </a:moveTo>
                  <a:lnTo>
                    <a:pt x="744299" y="900"/>
                  </a:lnTo>
                  <a:lnTo>
                    <a:pt x="675679" y="3553"/>
                  </a:lnTo>
                  <a:lnTo>
                    <a:pt x="608963" y="7884"/>
                  </a:lnTo>
                  <a:lnTo>
                    <a:pt x="544395" y="13821"/>
                  </a:lnTo>
                  <a:lnTo>
                    <a:pt x="482220" y="21288"/>
                  </a:lnTo>
                  <a:lnTo>
                    <a:pt x="422682" y="30213"/>
                  </a:lnTo>
                  <a:lnTo>
                    <a:pt x="366026" y="40522"/>
                  </a:lnTo>
                  <a:lnTo>
                    <a:pt x="312497" y="52141"/>
                  </a:lnTo>
                  <a:lnTo>
                    <a:pt x="262339" y="64997"/>
                  </a:lnTo>
                  <a:lnTo>
                    <a:pt x="215797" y="79016"/>
                  </a:lnTo>
                  <a:lnTo>
                    <a:pt x="173116" y="94124"/>
                  </a:lnTo>
                  <a:lnTo>
                    <a:pt x="134539" y="110247"/>
                  </a:lnTo>
                  <a:lnTo>
                    <a:pt x="100313" y="127313"/>
                  </a:lnTo>
                  <a:lnTo>
                    <a:pt x="45888" y="163976"/>
                  </a:lnTo>
                  <a:lnTo>
                    <a:pt x="11798" y="203522"/>
                  </a:lnTo>
                  <a:lnTo>
                    <a:pt x="0" y="245364"/>
                  </a:lnTo>
                  <a:lnTo>
                    <a:pt x="2990" y="266534"/>
                  </a:lnTo>
                  <a:lnTo>
                    <a:pt x="26179" y="307302"/>
                  </a:lnTo>
                  <a:lnTo>
                    <a:pt x="70681" y="345480"/>
                  </a:lnTo>
                  <a:lnTo>
                    <a:pt x="134539" y="380480"/>
                  </a:lnTo>
                  <a:lnTo>
                    <a:pt x="173116" y="396603"/>
                  </a:lnTo>
                  <a:lnTo>
                    <a:pt x="215797" y="411711"/>
                  </a:lnTo>
                  <a:lnTo>
                    <a:pt x="262339" y="425730"/>
                  </a:lnTo>
                  <a:lnTo>
                    <a:pt x="312497" y="438586"/>
                  </a:lnTo>
                  <a:lnTo>
                    <a:pt x="366026" y="450205"/>
                  </a:lnTo>
                  <a:lnTo>
                    <a:pt x="422682" y="460514"/>
                  </a:lnTo>
                  <a:lnTo>
                    <a:pt x="482220" y="469439"/>
                  </a:lnTo>
                  <a:lnTo>
                    <a:pt x="544395" y="476906"/>
                  </a:lnTo>
                  <a:lnTo>
                    <a:pt x="608963" y="482843"/>
                  </a:lnTo>
                  <a:lnTo>
                    <a:pt x="675679" y="487174"/>
                  </a:lnTo>
                  <a:lnTo>
                    <a:pt x="744299" y="489827"/>
                  </a:lnTo>
                  <a:lnTo>
                    <a:pt x="814577" y="490728"/>
                  </a:lnTo>
                  <a:lnTo>
                    <a:pt x="884856" y="489827"/>
                  </a:lnTo>
                  <a:lnTo>
                    <a:pt x="953476" y="487174"/>
                  </a:lnTo>
                  <a:lnTo>
                    <a:pt x="1020192" y="482843"/>
                  </a:lnTo>
                  <a:lnTo>
                    <a:pt x="1084760" y="476906"/>
                  </a:lnTo>
                  <a:lnTo>
                    <a:pt x="1146935" y="469439"/>
                  </a:lnTo>
                  <a:lnTo>
                    <a:pt x="1206473" y="460514"/>
                  </a:lnTo>
                  <a:lnTo>
                    <a:pt x="1263129" y="450205"/>
                  </a:lnTo>
                  <a:lnTo>
                    <a:pt x="1316658" y="438586"/>
                  </a:lnTo>
                  <a:lnTo>
                    <a:pt x="1366816" y="425730"/>
                  </a:lnTo>
                  <a:lnTo>
                    <a:pt x="1413358" y="411711"/>
                  </a:lnTo>
                  <a:lnTo>
                    <a:pt x="1456039" y="396603"/>
                  </a:lnTo>
                  <a:lnTo>
                    <a:pt x="1494616" y="380480"/>
                  </a:lnTo>
                  <a:lnTo>
                    <a:pt x="1528842" y="363414"/>
                  </a:lnTo>
                  <a:lnTo>
                    <a:pt x="1583267" y="326751"/>
                  </a:lnTo>
                  <a:lnTo>
                    <a:pt x="1617357" y="287205"/>
                  </a:lnTo>
                  <a:lnTo>
                    <a:pt x="1629155" y="245364"/>
                  </a:lnTo>
                  <a:lnTo>
                    <a:pt x="1626165" y="224193"/>
                  </a:lnTo>
                  <a:lnTo>
                    <a:pt x="1602976" y="183425"/>
                  </a:lnTo>
                  <a:lnTo>
                    <a:pt x="1558474" y="145247"/>
                  </a:lnTo>
                  <a:lnTo>
                    <a:pt x="1494616" y="110247"/>
                  </a:lnTo>
                  <a:lnTo>
                    <a:pt x="1456039" y="94124"/>
                  </a:lnTo>
                  <a:lnTo>
                    <a:pt x="1413358" y="79016"/>
                  </a:lnTo>
                  <a:lnTo>
                    <a:pt x="1366816" y="64997"/>
                  </a:lnTo>
                  <a:lnTo>
                    <a:pt x="1316658" y="52141"/>
                  </a:lnTo>
                  <a:lnTo>
                    <a:pt x="1263129" y="40522"/>
                  </a:lnTo>
                  <a:lnTo>
                    <a:pt x="1206473" y="30213"/>
                  </a:lnTo>
                  <a:lnTo>
                    <a:pt x="1146935" y="21288"/>
                  </a:lnTo>
                  <a:lnTo>
                    <a:pt x="1084760" y="13821"/>
                  </a:lnTo>
                  <a:lnTo>
                    <a:pt x="1020192" y="7884"/>
                  </a:lnTo>
                  <a:lnTo>
                    <a:pt x="953476" y="3553"/>
                  </a:lnTo>
                  <a:lnTo>
                    <a:pt x="884856" y="900"/>
                  </a:lnTo>
                  <a:lnTo>
                    <a:pt x="814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73623" y="5521452"/>
              <a:ext cx="1629410" cy="490855"/>
            </a:xfrm>
            <a:custGeom>
              <a:avLst/>
              <a:gdLst/>
              <a:ahLst/>
              <a:cxnLst/>
              <a:rect l="l" t="t" r="r" b="b"/>
              <a:pathLst>
                <a:path w="1629409" h="490854">
                  <a:moveTo>
                    <a:pt x="0" y="245364"/>
                  </a:moveTo>
                  <a:lnTo>
                    <a:pt x="11798" y="203522"/>
                  </a:lnTo>
                  <a:lnTo>
                    <a:pt x="45888" y="163976"/>
                  </a:lnTo>
                  <a:lnTo>
                    <a:pt x="100313" y="127313"/>
                  </a:lnTo>
                  <a:lnTo>
                    <a:pt x="134539" y="110247"/>
                  </a:lnTo>
                  <a:lnTo>
                    <a:pt x="173116" y="94124"/>
                  </a:lnTo>
                  <a:lnTo>
                    <a:pt x="215797" y="79016"/>
                  </a:lnTo>
                  <a:lnTo>
                    <a:pt x="262339" y="64997"/>
                  </a:lnTo>
                  <a:lnTo>
                    <a:pt x="312497" y="52141"/>
                  </a:lnTo>
                  <a:lnTo>
                    <a:pt x="366026" y="40522"/>
                  </a:lnTo>
                  <a:lnTo>
                    <a:pt x="422682" y="30213"/>
                  </a:lnTo>
                  <a:lnTo>
                    <a:pt x="482220" y="21288"/>
                  </a:lnTo>
                  <a:lnTo>
                    <a:pt x="544395" y="13821"/>
                  </a:lnTo>
                  <a:lnTo>
                    <a:pt x="608963" y="7884"/>
                  </a:lnTo>
                  <a:lnTo>
                    <a:pt x="675679" y="3553"/>
                  </a:lnTo>
                  <a:lnTo>
                    <a:pt x="744299" y="900"/>
                  </a:lnTo>
                  <a:lnTo>
                    <a:pt x="814577" y="0"/>
                  </a:lnTo>
                  <a:lnTo>
                    <a:pt x="884856" y="900"/>
                  </a:lnTo>
                  <a:lnTo>
                    <a:pt x="953476" y="3553"/>
                  </a:lnTo>
                  <a:lnTo>
                    <a:pt x="1020192" y="7884"/>
                  </a:lnTo>
                  <a:lnTo>
                    <a:pt x="1084760" y="13821"/>
                  </a:lnTo>
                  <a:lnTo>
                    <a:pt x="1146935" y="21288"/>
                  </a:lnTo>
                  <a:lnTo>
                    <a:pt x="1206473" y="30213"/>
                  </a:lnTo>
                  <a:lnTo>
                    <a:pt x="1263129" y="40522"/>
                  </a:lnTo>
                  <a:lnTo>
                    <a:pt x="1316658" y="52141"/>
                  </a:lnTo>
                  <a:lnTo>
                    <a:pt x="1366816" y="64997"/>
                  </a:lnTo>
                  <a:lnTo>
                    <a:pt x="1413358" y="79016"/>
                  </a:lnTo>
                  <a:lnTo>
                    <a:pt x="1456039" y="94124"/>
                  </a:lnTo>
                  <a:lnTo>
                    <a:pt x="1494616" y="110247"/>
                  </a:lnTo>
                  <a:lnTo>
                    <a:pt x="1528842" y="127313"/>
                  </a:lnTo>
                  <a:lnTo>
                    <a:pt x="1583267" y="163976"/>
                  </a:lnTo>
                  <a:lnTo>
                    <a:pt x="1617357" y="203522"/>
                  </a:lnTo>
                  <a:lnTo>
                    <a:pt x="1629155" y="245364"/>
                  </a:lnTo>
                  <a:lnTo>
                    <a:pt x="1626165" y="266534"/>
                  </a:lnTo>
                  <a:lnTo>
                    <a:pt x="1602976" y="307302"/>
                  </a:lnTo>
                  <a:lnTo>
                    <a:pt x="1558474" y="345480"/>
                  </a:lnTo>
                  <a:lnTo>
                    <a:pt x="1494616" y="380480"/>
                  </a:lnTo>
                  <a:lnTo>
                    <a:pt x="1456039" y="396603"/>
                  </a:lnTo>
                  <a:lnTo>
                    <a:pt x="1413358" y="411711"/>
                  </a:lnTo>
                  <a:lnTo>
                    <a:pt x="1366816" y="425730"/>
                  </a:lnTo>
                  <a:lnTo>
                    <a:pt x="1316658" y="438586"/>
                  </a:lnTo>
                  <a:lnTo>
                    <a:pt x="1263129" y="450205"/>
                  </a:lnTo>
                  <a:lnTo>
                    <a:pt x="1206473" y="460514"/>
                  </a:lnTo>
                  <a:lnTo>
                    <a:pt x="1146935" y="469439"/>
                  </a:lnTo>
                  <a:lnTo>
                    <a:pt x="1084760" y="476906"/>
                  </a:lnTo>
                  <a:lnTo>
                    <a:pt x="1020192" y="482843"/>
                  </a:lnTo>
                  <a:lnTo>
                    <a:pt x="953476" y="487174"/>
                  </a:lnTo>
                  <a:lnTo>
                    <a:pt x="884856" y="489827"/>
                  </a:lnTo>
                  <a:lnTo>
                    <a:pt x="814577" y="490728"/>
                  </a:lnTo>
                  <a:lnTo>
                    <a:pt x="744299" y="489827"/>
                  </a:lnTo>
                  <a:lnTo>
                    <a:pt x="675679" y="487174"/>
                  </a:lnTo>
                  <a:lnTo>
                    <a:pt x="608963" y="482843"/>
                  </a:lnTo>
                  <a:lnTo>
                    <a:pt x="544395" y="476906"/>
                  </a:lnTo>
                  <a:lnTo>
                    <a:pt x="482220" y="469439"/>
                  </a:lnTo>
                  <a:lnTo>
                    <a:pt x="422682" y="460514"/>
                  </a:lnTo>
                  <a:lnTo>
                    <a:pt x="366026" y="450205"/>
                  </a:lnTo>
                  <a:lnTo>
                    <a:pt x="312497" y="438586"/>
                  </a:lnTo>
                  <a:lnTo>
                    <a:pt x="262339" y="425730"/>
                  </a:lnTo>
                  <a:lnTo>
                    <a:pt x="215797" y="411711"/>
                  </a:lnTo>
                  <a:lnTo>
                    <a:pt x="173116" y="396603"/>
                  </a:lnTo>
                  <a:lnTo>
                    <a:pt x="134539" y="380480"/>
                  </a:lnTo>
                  <a:lnTo>
                    <a:pt x="100313" y="363414"/>
                  </a:lnTo>
                  <a:lnTo>
                    <a:pt x="45888" y="326751"/>
                  </a:lnTo>
                  <a:lnTo>
                    <a:pt x="11798" y="287205"/>
                  </a:lnTo>
                  <a:lnTo>
                    <a:pt x="0" y="24536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48350" y="5602935"/>
            <a:ext cx="681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roll_no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59295" y="4945379"/>
            <a:ext cx="1769745" cy="527685"/>
          </a:xfrm>
          <a:custGeom>
            <a:avLst/>
            <a:gdLst/>
            <a:ahLst/>
            <a:cxnLst/>
            <a:rect l="l" t="t" r="r" b="b"/>
            <a:pathLst>
              <a:path w="1769745" h="527685">
                <a:moveTo>
                  <a:pt x="0" y="263652"/>
                </a:moveTo>
                <a:lnTo>
                  <a:pt x="10516" y="222863"/>
                </a:lnTo>
                <a:lnTo>
                  <a:pt x="41015" y="184050"/>
                </a:lnTo>
                <a:lnTo>
                  <a:pt x="89924" y="147679"/>
                </a:lnTo>
                <a:lnTo>
                  <a:pt x="155669" y="114219"/>
                </a:lnTo>
                <a:lnTo>
                  <a:pt x="194363" y="98726"/>
                </a:lnTo>
                <a:lnTo>
                  <a:pt x="236675" y="84137"/>
                </a:lnTo>
                <a:lnTo>
                  <a:pt x="282410" y="70510"/>
                </a:lnTo>
                <a:lnTo>
                  <a:pt x="331370" y="57903"/>
                </a:lnTo>
                <a:lnTo>
                  <a:pt x="383358" y="46374"/>
                </a:lnTo>
                <a:lnTo>
                  <a:pt x="438178" y="35983"/>
                </a:lnTo>
                <a:lnTo>
                  <a:pt x="495633" y="26787"/>
                </a:lnTo>
                <a:lnTo>
                  <a:pt x="555526" y="18846"/>
                </a:lnTo>
                <a:lnTo>
                  <a:pt x="617661" y="12217"/>
                </a:lnTo>
                <a:lnTo>
                  <a:pt x="681841" y="6960"/>
                </a:lnTo>
                <a:lnTo>
                  <a:pt x="747868" y="3132"/>
                </a:lnTo>
                <a:lnTo>
                  <a:pt x="815548" y="792"/>
                </a:lnTo>
                <a:lnTo>
                  <a:pt x="884681" y="0"/>
                </a:lnTo>
                <a:lnTo>
                  <a:pt x="953815" y="792"/>
                </a:lnTo>
                <a:lnTo>
                  <a:pt x="1021495" y="3132"/>
                </a:lnTo>
                <a:lnTo>
                  <a:pt x="1087522" y="6960"/>
                </a:lnTo>
                <a:lnTo>
                  <a:pt x="1151702" y="12217"/>
                </a:lnTo>
                <a:lnTo>
                  <a:pt x="1213837" y="18846"/>
                </a:lnTo>
                <a:lnTo>
                  <a:pt x="1273730" y="26787"/>
                </a:lnTo>
                <a:lnTo>
                  <a:pt x="1331185" y="35983"/>
                </a:lnTo>
                <a:lnTo>
                  <a:pt x="1386005" y="46374"/>
                </a:lnTo>
                <a:lnTo>
                  <a:pt x="1437993" y="57903"/>
                </a:lnTo>
                <a:lnTo>
                  <a:pt x="1486953" y="70510"/>
                </a:lnTo>
                <a:lnTo>
                  <a:pt x="1532688" y="84137"/>
                </a:lnTo>
                <a:lnTo>
                  <a:pt x="1575000" y="98726"/>
                </a:lnTo>
                <a:lnTo>
                  <a:pt x="1613694" y="114219"/>
                </a:lnTo>
                <a:lnTo>
                  <a:pt x="1648572" y="130556"/>
                </a:lnTo>
                <a:lnTo>
                  <a:pt x="1706096" y="165529"/>
                </a:lnTo>
                <a:lnTo>
                  <a:pt x="1745997" y="203180"/>
                </a:lnTo>
                <a:lnTo>
                  <a:pt x="1766702" y="243040"/>
                </a:lnTo>
                <a:lnTo>
                  <a:pt x="1769363" y="263652"/>
                </a:lnTo>
                <a:lnTo>
                  <a:pt x="1766702" y="284263"/>
                </a:lnTo>
                <a:lnTo>
                  <a:pt x="1745997" y="324123"/>
                </a:lnTo>
                <a:lnTo>
                  <a:pt x="1706096" y="361774"/>
                </a:lnTo>
                <a:lnTo>
                  <a:pt x="1648572" y="396748"/>
                </a:lnTo>
                <a:lnTo>
                  <a:pt x="1613694" y="413084"/>
                </a:lnTo>
                <a:lnTo>
                  <a:pt x="1575000" y="428577"/>
                </a:lnTo>
                <a:lnTo>
                  <a:pt x="1532688" y="443166"/>
                </a:lnTo>
                <a:lnTo>
                  <a:pt x="1486953" y="456793"/>
                </a:lnTo>
                <a:lnTo>
                  <a:pt x="1437993" y="469400"/>
                </a:lnTo>
                <a:lnTo>
                  <a:pt x="1386005" y="480929"/>
                </a:lnTo>
                <a:lnTo>
                  <a:pt x="1331185" y="491320"/>
                </a:lnTo>
                <a:lnTo>
                  <a:pt x="1273730" y="500516"/>
                </a:lnTo>
                <a:lnTo>
                  <a:pt x="1213837" y="508457"/>
                </a:lnTo>
                <a:lnTo>
                  <a:pt x="1151702" y="515086"/>
                </a:lnTo>
                <a:lnTo>
                  <a:pt x="1087522" y="520343"/>
                </a:lnTo>
                <a:lnTo>
                  <a:pt x="1021495" y="524171"/>
                </a:lnTo>
                <a:lnTo>
                  <a:pt x="953815" y="526511"/>
                </a:lnTo>
                <a:lnTo>
                  <a:pt x="884681" y="527304"/>
                </a:lnTo>
                <a:lnTo>
                  <a:pt x="815548" y="526511"/>
                </a:lnTo>
                <a:lnTo>
                  <a:pt x="747868" y="524171"/>
                </a:lnTo>
                <a:lnTo>
                  <a:pt x="681841" y="520343"/>
                </a:lnTo>
                <a:lnTo>
                  <a:pt x="617661" y="515086"/>
                </a:lnTo>
                <a:lnTo>
                  <a:pt x="555526" y="508457"/>
                </a:lnTo>
                <a:lnTo>
                  <a:pt x="495633" y="500516"/>
                </a:lnTo>
                <a:lnTo>
                  <a:pt x="438178" y="491320"/>
                </a:lnTo>
                <a:lnTo>
                  <a:pt x="383358" y="480929"/>
                </a:lnTo>
                <a:lnTo>
                  <a:pt x="331370" y="469400"/>
                </a:lnTo>
                <a:lnTo>
                  <a:pt x="282410" y="456793"/>
                </a:lnTo>
                <a:lnTo>
                  <a:pt x="236675" y="443166"/>
                </a:lnTo>
                <a:lnTo>
                  <a:pt x="194363" y="428577"/>
                </a:lnTo>
                <a:lnTo>
                  <a:pt x="155669" y="413084"/>
                </a:lnTo>
                <a:lnTo>
                  <a:pt x="120791" y="396748"/>
                </a:lnTo>
                <a:lnTo>
                  <a:pt x="63267" y="361774"/>
                </a:lnTo>
                <a:lnTo>
                  <a:pt x="23366" y="324123"/>
                </a:lnTo>
                <a:lnTo>
                  <a:pt x="2661" y="284263"/>
                </a:lnTo>
                <a:lnTo>
                  <a:pt x="0" y="263652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30008" y="5044897"/>
            <a:ext cx="1029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Birth_Date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57459" y="5437632"/>
            <a:ext cx="1308100" cy="490855"/>
          </a:xfrm>
          <a:custGeom>
            <a:avLst/>
            <a:gdLst/>
            <a:ahLst/>
            <a:cxnLst/>
            <a:rect l="l" t="t" r="r" b="b"/>
            <a:pathLst>
              <a:path w="1308100" h="490854">
                <a:moveTo>
                  <a:pt x="0" y="245364"/>
                </a:moveTo>
                <a:lnTo>
                  <a:pt x="13283" y="195915"/>
                </a:lnTo>
                <a:lnTo>
                  <a:pt x="51381" y="149858"/>
                </a:lnTo>
                <a:lnTo>
                  <a:pt x="111663" y="108179"/>
                </a:lnTo>
                <a:lnTo>
                  <a:pt x="149301" y="89290"/>
                </a:lnTo>
                <a:lnTo>
                  <a:pt x="191500" y="71866"/>
                </a:lnTo>
                <a:lnTo>
                  <a:pt x="237929" y="56029"/>
                </a:lnTo>
                <a:lnTo>
                  <a:pt x="288261" y="41904"/>
                </a:lnTo>
                <a:lnTo>
                  <a:pt x="342167" y="29614"/>
                </a:lnTo>
                <a:lnTo>
                  <a:pt x="399317" y="19282"/>
                </a:lnTo>
                <a:lnTo>
                  <a:pt x="459384" y="11031"/>
                </a:lnTo>
                <a:lnTo>
                  <a:pt x="522039" y="4984"/>
                </a:lnTo>
                <a:lnTo>
                  <a:pt x="586952" y="1266"/>
                </a:lnTo>
                <a:lnTo>
                  <a:pt x="653796" y="0"/>
                </a:lnTo>
                <a:lnTo>
                  <a:pt x="720639" y="1266"/>
                </a:lnTo>
                <a:lnTo>
                  <a:pt x="785552" y="4984"/>
                </a:lnTo>
                <a:lnTo>
                  <a:pt x="848207" y="11031"/>
                </a:lnTo>
                <a:lnTo>
                  <a:pt x="908274" y="19282"/>
                </a:lnTo>
                <a:lnTo>
                  <a:pt x="965424" y="29614"/>
                </a:lnTo>
                <a:lnTo>
                  <a:pt x="1019330" y="41904"/>
                </a:lnTo>
                <a:lnTo>
                  <a:pt x="1069662" y="56029"/>
                </a:lnTo>
                <a:lnTo>
                  <a:pt x="1116091" y="71866"/>
                </a:lnTo>
                <a:lnTo>
                  <a:pt x="1158290" y="89290"/>
                </a:lnTo>
                <a:lnTo>
                  <a:pt x="1195928" y="108179"/>
                </a:lnTo>
                <a:lnTo>
                  <a:pt x="1228678" y="128409"/>
                </a:lnTo>
                <a:lnTo>
                  <a:pt x="1278196" y="172400"/>
                </a:lnTo>
                <a:lnTo>
                  <a:pt x="1304216" y="220277"/>
                </a:lnTo>
                <a:lnTo>
                  <a:pt x="1307592" y="245364"/>
                </a:lnTo>
                <a:lnTo>
                  <a:pt x="1304216" y="270450"/>
                </a:lnTo>
                <a:lnTo>
                  <a:pt x="1278196" y="318327"/>
                </a:lnTo>
                <a:lnTo>
                  <a:pt x="1228678" y="362318"/>
                </a:lnTo>
                <a:lnTo>
                  <a:pt x="1195928" y="382548"/>
                </a:lnTo>
                <a:lnTo>
                  <a:pt x="1158290" y="401437"/>
                </a:lnTo>
                <a:lnTo>
                  <a:pt x="1116091" y="418861"/>
                </a:lnTo>
                <a:lnTo>
                  <a:pt x="1069662" y="434698"/>
                </a:lnTo>
                <a:lnTo>
                  <a:pt x="1019330" y="448823"/>
                </a:lnTo>
                <a:lnTo>
                  <a:pt x="965424" y="461113"/>
                </a:lnTo>
                <a:lnTo>
                  <a:pt x="908274" y="471445"/>
                </a:lnTo>
                <a:lnTo>
                  <a:pt x="848207" y="479696"/>
                </a:lnTo>
                <a:lnTo>
                  <a:pt x="785552" y="485743"/>
                </a:lnTo>
                <a:lnTo>
                  <a:pt x="720639" y="489461"/>
                </a:lnTo>
                <a:lnTo>
                  <a:pt x="653796" y="490728"/>
                </a:lnTo>
                <a:lnTo>
                  <a:pt x="586952" y="489461"/>
                </a:lnTo>
                <a:lnTo>
                  <a:pt x="522039" y="485743"/>
                </a:lnTo>
                <a:lnTo>
                  <a:pt x="459384" y="479696"/>
                </a:lnTo>
                <a:lnTo>
                  <a:pt x="399317" y="471445"/>
                </a:lnTo>
                <a:lnTo>
                  <a:pt x="342167" y="461113"/>
                </a:lnTo>
                <a:lnTo>
                  <a:pt x="288261" y="448823"/>
                </a:lnTo>
                <a:lnTo>
                  <a:pt x="237929" y="434698"/>
                </a:lnTo>
                <a:lnTo>
                  <a:pt x="191500" y="418861"/>
                </a:lnTo>
                <a:lnTo>
                  <a:pt x="149301" y="401437"/>
                </a:lnTo>
                <a:lnTo>
                  <a:pt x="111663" y="382548"/>
                </a:lnTo>
                <a:lnTo>
                  <a:pt x="78913" y="362318"/>
                </a:lnTo>
                <a:lnTo>
                  <a:pt x="29395" y="318327"/>
                </a:lnTo>
                <a:lnTo>
                  <a:pt x="3375" y="270450"/>
                </a:lnTo>
                <a:lnTo>
                  <a:pt x="0" y="24536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633075" y="5519420"/>
            <a:ext cx="35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63511" y="5437632"/>
            <a:ext cx="4048125" cy="768985"/>
          </a:xfrm>
          <a:custGeom>
            <a:avLst/>
            <a:gdLst/>
            <a:ahLst/>
            <a:cxnLst/>
            <a:rect l="l" t="t" r="r" b="b"/>
            <a:pathLst>
              <a:path w="4048125" h="768985">
                <a:moveTo>
                  <a:pt x="0" y="502920"/>
                </a:moveTo>
                <a:lnTo>
                  <a:pt x="1152144" y="768527"/>
                </a:lnTo>
              </a:path>
              <a:path w="4048125" h="768985">
                <a:moveTo>
                  <a:pt x="679704" y="35052"/>
                </a:moveTo>
                <a:lnTo>
                  <a:pt x="1898523" y="491667"/>
                </a:lnTo>
              </a:path>
              <a:path w="4048125" h="768985">
                <a:moveTo>
                  <a:pt x="2782824" y="0"/>
                </a:moveTo>
                <a:lnTo>
                  <a:pt x="1898904" y="491248"/>
                </a:lnTo>
              </a:path>
              <a:path w="4048125" h="768985">
                <a:moveTo>
                  <a:pt x="4048125" y="490728"/>
                </a:moveTo>
                <a:lnTo>
                  <a:pt x="2645664" y="76796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531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Relationship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55878"/>
            <a:ext cx="5003165" cy="37357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relationship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logical 	</a:t>
            </a:r>
            <a:r>
              <a:rPr sz="2400" dirty="0">
                <a:latin typeface="Calibri"/>
                <a:cs typeface="Calibri"/>
              </a:rPr>
              <a:t>connection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entities.</a:t>
            </a:r>
            <a:endParaRPr sz="2400">
              <a:latin typeface="Calibri"/>
              <a:cs typeface="Calibri"/>
            </a:endParaRPr>
          </a:p>
          <a:p>
            <a:pPr marL="240029" marR="383540" indent="-227329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other.</a:t>
            </a:r>
            <a:endParaRPr sz="2400">
              <a:latin typeface="Calibri"/>
              <a:cs typeface="Calibri"/>
            </a:endParaRPr>
          </a:p>
          <a:p>
            <a:pPr marL="240029" marR="80772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participants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83820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Diamond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rhombus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9963" y="5154245"/>
            <a:ext cx="5867400" cy="9626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2156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Entity</a:t>
            </a:r>
            <a:r>
              <a:rPr sz="4000" spc="-10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Class</a:t>
            </a:r>
            <a:r>
              <a:rPr sz="4000" spc="-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and </a:t>
            </a:r>
            <a:r>
              <a:rPr sz="4000" dirty="0">
                <a:latin typeface="Calibri Light"/>
                <a:cs typeface="Calibri Light"/>
              </a:rPr>
              <a:t>Entity</a:t>
            </a:r>
            <a:r>
              <a:rPr sz="4000" spc="-9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Instance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621916"/>
            <a:ext cx="5027295" cy="35198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8255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entity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share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characteristics.</a:t>
            </a:r>
            <a:endParaRPr sz="2400">
              <a:latin typeface="Calibri"/>
              <a:cs typeface="Calibri"/>
            </a:endParaRPr>
          </a:p>
          <a:p>
            <a:pPr marL="698500" marR="363855" lvl="1" indent="-228600">
              <a:lnSpc>
                <a:spcPts val="2160"/>
              </a:lnSpc>
              <a:spcBef>
                <a:spcPts val="55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STUDENT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collection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students.</a:t>
            </a:r>
            <a:endParaRPr sz="2000">
              <a:latin typeface="Calibri"/>
              <a:cs typeface="Calibri"/>
            </a:endParaRPr>
          </a:p>
          <a:p>
            <a:pPr marL="240029" marR="518795" indent="-227329">
              <a:lnSpc>
                <a:spcPts val="25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also 	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entity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instance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ts val="228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Abdullah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STUDENT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instance.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53047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Calibri Light"/>
                <a:cs typeface="Calibri Light"/>
              </a:rPr>
              <a:t>Types</a:t>
            </a:r>
            <a:r>
              <a:rPr sz="4000" spc="-20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20" dirty="0">
                <a:latin typeface="Calibri Light"/>
                <a:cs typeface="Calibri Light"/>
              </a:rPr>
              <a:t>Relationship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92464" y="1122933"/>
            <a:ext cx="2209800" cy="2209800"/>
            <a:chOff x="8792464" y="1122933"/>
            <a:chExt cx="2209800" cy="2209800"/>
          </a:xfrm>
        </p:grpSpPr>
        <p:sp>
          <p:nvSpPr>
            <p:cNvPr id="4" name="object 4"/>
            <p:cNvSpPr/>
            <p:nvPr/>
          </p:nvSpPr>
          <p:spPr>
            <a:xfrm>
              <a:off x="8798814" y="1129283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0" y="0"/>
                  </a:moveTo>
                  <a:lnTo>
                    <a:pt x="0" y="2196845"/>
                  </a:lnTo>
                  <a:lnTo>
                    <a:pt x="2196845" y="2196845"/>
                  </a:lnTo>
                  <a:lnTo>
                    <a:pt x="2196323" y="2148441"/>
                  </a:lnTo>
                  <a:lnTo>
                    <a:pt x="2194761" y="2100291"/>
                  </a:lnTo>
                  <a:lnTo>
                    <a:pt x="2192172" y="2052408"/>
                  </a:lnTo>
                  <a:lnTo>
                    <a:pt x="2188566" y="2004802"/>
                  </a:lnTo>
                  <a:lnTo>
                    <a:pt x="2183954" y="1957484"/>
                  </a:lnTo>
                  <a:lnTo>
                    <a:pt x="2178346" y="1910465"/>
                  </a:lnTo>
                  <a:lnTo>
                    <a:pt x="2171753" y="1863754"/>
                  </a:lnTo>
                  <a:lnTo>
                    <a:pt x="2164187" y="1817364"/>
                  </a:lnTo>
                  <a:lnTo>
                    <a:pt x="2155656" y="1771305"/>
                  </a:lnTo>
                  <a:lnTo>
                    <a:pt x="2146173" y="1725587"/>
                  </a:lnTo>
                  <a:lnTo>
                    <a:pt x="2135748" y="1680221"/>
                  </a:lnTo>
                  <a:lnTo>
                    <a:pt x="2124392" y="1635218"/>
                  </a:lnTo>
                  <a:lnTo>
                    <a:pt x="2112116" y="1590588"/>
                  </a:lnTo>
                  <a:lnTo>
                    <a:pt x="2098929" y="1546343"/>
                  </a:lnTo>
                  <a:lnTo>
                    <a:pt x="2084844" y="1502493"/>
                  </a:lnTo>
                  <a:lnTo>
                    <a:pt x="2069870" y="1459049"/>
                  </a:lnTo>
                  <a:lnTo>
                    <a:pt x="2054018" y="1416021"/>
                  </a:lnTo>
                  <a:lnTo>
                    <a:pt x="2037300" y="1373420"/>
                  </a:lnTo>
                  <a:lnTo>
                    <a:pt x="2019726" y="1331257"/>
                  </a:lnTo>
                  <a:lnTo>
                    <a:pt x="2001306" y="1289544"/>
                  </a:lnTo>
                  <a:lnTo>
                    <a:pt x="1982051" y="1248289"/>
                  </a:lnTo>
                  <a:lnTo>
                    <a:pt x="1961972" y="1207504"/>
                  </a:lnTo>
                  <a:lnTo>
                    <a:pt x="1941080" y="1167201"/>
                  </a:lnTo>
                  <a:lnTo>
                    <a:pt x="1919386" y="1127389"/>
                  </a:lnTo>
                  <a:lnTo>
                    <a:pt x="1896900" y="1088079"/>
                  </a:lnTo>
                  <a:lnTo>
                    <a:pt x="1873632" y="1049282"/>
                  </a:lnTo>
                  <a:lnTo>
                    <a:pt x="1849595" y="1011009"/>
                  </a:lnTo>
                  <a:lnTo>
                    <a:pt x="1824797" y="973271"/>
                  </a:lnTo>
                  <a:lnTo>
                    <a:pt x="1799251" y="936077"/>
                  </a:lnTo>
                  <a:lnTo>
                    <a:pt x="1772966" y="899440"/>
                  </a:lnTo>
                  <a:lnTo>
                    <a:pt x="1745954" y="863369"/>
                  </a:lnTo>
                  <a:lnTo>
                    <a:pt x="1718225" y="827876"/>
                  </a:lnTo>
                  <a:lnTo>
                    <a:pt x="1689791" y="792970"/>
                  </a:lnTo>
                  <a:lnTo>
                    <a:pt x="1660660" y="758664"/>
                  </a:lnTo>
                  <a:lnTo>
                    <a:pt x="1630846" y="724967"/>
                  </a:lnTo>
                  <a:lnTo>
                    <a:pt x="1600357" y="691890"/>
                  </a:lnTo>
                  <a:lnTo>
                    <a:pt x="1569205" y="659444"/>
                  </a:lnTo>
                  <a:lnTo>
                    <a:pt x="1537401" y="627640"/>
                  </a:lnTo>
                  <a:lnTo>
                    <a:pt x="1504955" y="596488"/>
                  </a:lnTo>
                  <a:lnTo>
                    <a:pt x="1471878" y="565999"/>
                  </a:lnTo>
                  <a:lnTo>
                    <a:pt x="1438181" y="536185"/>
                  </a:lnTo>
                  <a:lnTo>
                    <a:pt x="1403875" y="507054"/>
                  </a:lnTo>
                  <a:lnTo>
                    <a:pt x="1368969" y="478620"/>
                  </a:lnTo>
                  <a:lnTo>
                    <a:pt x="1333476" y="450891"/>
                  </a:lnTo>
                  <a:lnTo>
                    <a:pt x="1297405" y="423879"/>
                  </a:lnTo>
                  <a:lnTo>
                    <a:pt x="1260768" y="397594"/>
                  </a:lnTo>
                  <a:lnTo>
                    <a:pt x="1223574" y="372048"/>
                  </a:lnTo>
                  <a:lnTo>
                    <a:pt x="1185836" y="347250"/>
                  </a:lnTo>
                  <a:lnTo>
                    <a:pt x="1147563" y="323213"/>
                  </a:lnTo>
                  <a:lnTo>
                    <a:pt x="1108766" y="299945"/>
                  </a:lnTo>
                  <a:lnTo>
                    <a:pt x="1069456" y="277459"/>
                  </a:lnTo>
                  <a:lnTo>
                    <a:pt x="1029644" y="255765"/>
                  </a:lnTo>
                  <a:lnTo>
                    <a:pt x="989341" y="234873"/>
                  </a:lnTo>
                  <a:lnTo>
                    <a:pt x="948556" y="214794"/>
                  </a:lnTo>
                  <a:lnTo>
                    <a:pt x="907301" y="195539"/>
                  </a:lnTo>
                  <a:lnTo>
                    <a:pt x="865588" y="177119"/>
                  </a:lnTo>
                  <a:lnTo>
                    <a:pt x="823425" y="159545"/>
                  </a:lnTo>
                  <a:lnTo>
                    <a:pt x="780824" y="142827"/>
                  </a:lnTo>
                  <a:lnTo>
                    <a:pt x="737796" y="126975"/>
                  </a:lnTo>
                  <a:lnTo>
                    <a:pt x="694352" y="112001"/>
                  </a:lnTo>
                  <a:lnTo>
                    <a:pt x="650502" y="97916"/>
                  </a:lnTo>
                  <a:lnTo>
                    <a:pt x="606257" y="84729"/>
                  </a:lnTo>
                  <a:lnTo>
                    <a:pt x="561627" y="72453"/>
                  </a:lnTo>
                  <a:lnTo>
                    <a:pt x="516624" y="61097"/>
                  </a:lnTo>
                  <a:lnTo>
                    <a:pt x="471258" y="50672"/>
                  </a:lnTo>
                  <a:lnTo>
                    <a:pt x="425540" y="41189"/>
                  </a:lnTo>
                  <a:lnTo>
                    <a:pt x="379481" y="32658"/>
                  </a:lnTo>
                  <a:lnTo>
                    <a:pt x="333091" y="25092"/>
                  </a:lnTo>
                  <a:lnTo>
                    <a:pt x="286380" y="18499"/>
                  </a:lnTo>
                  <a:lnTo>
                    <a:pt x="239361" y="12891"/>
                  </a:lnTo>
                  <a:lnTo>
                    <a:pt x="192043" y="8279"/>
                  </a:lnTo>
                  <a:lnTo>
                    <a:pt x="144437" y="4673"/>
                  </a:lnTo>
                  <a:lnTo>
                    <a:pt x="96554" y="2084"/>
                  </a:lnTo>
                  <a:lnTo>
                    <a:pt x="48404" y="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98814" y="1129283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0" y="0"/>
                  </a:moveTo>
                  <a:lnTo>
                    <a:pt x="48404" y="522"/>
                  </a:lnTo>
                  <a:lnTo>
                    <a:pt x="96554" y="2084"/>
                  </a:lnTo>
                  <a:lnTo>
                    <a:pt x="144437" y="4673"/>
                  </a:lnTo>
                  <a:lnTo>
                    <a:pt x="192043" y="8279"/>
                  </a:lnTo>
                  <a:lnTo>
                    <a:pt x="239361" y="12891"/>
                  </a:lnTo>
                  <a:lnTo>
                    <a:pt x="286380" y="18499"/>
                  </a:lnTo>
                  <a:lnTo>
                    <a:pt x="333091" y="25092"/>
                  </a:lnTo>
                  <a:lnTo>
                    <a:pt x="379481" y="32658"/>
                  </a:lnTo>
                  <a:lnTo>
                    <a:pt x="425540" y="41189"/>
                  </a:lnTo>
                  <a:lnTo>
                    <a:pt x="471258" y="50672"/>
                  </a:lnTo>
                  <a:lnTo>
                    <a:pt x="516624" y="61097"/>
                  </a:lnTo>
                  <a:lnTo>
                    <a:pt x="561627" y="72453"/>
                  </a:lnTo>
                  <a:lnTo>
                    <a:pt x="606257" y="84729"/>
                  </a:lnTo>
                  <a:lnTo>
                    <a:pt x="650502" y="97916"/>
                  </a:lnTo>
                  <a:lnTo>
                    <a:pt x="694352" y="112001"/>
                  </a:lnTo>
                  <a:lnTo>
                    <a:pt x="737796" y="126975"/>
                  </a:lnTo>
                  <a:lnTo>
                    <a:pt x="780824" y="142827"/>
                  </a:lnTo>
                  <a:lnTo>
                    <a:pt x="823425" y="159545"/>
                  </a:lnTo>
                  <a:lnTo>
                    <a:pt x="865588" y="177119"/>
                  </a:lnTo>
                  <a:lnTo>
                    <a:pt x="907301" y="195539"/>
                  </a:lnTo>
                  <a:lnTo>
                    <a:pt x="948556" y="214794"/>
                  </a:lnTo>
                  <a:lnTo>
                    <a:pt x="989341" y="234873"/>
                  </a:lnTo>
                  <a:lnTo>
                    <a:pt x="1029644" y="255765"/>
                  </a:lnTo>
                  <a:lnTo>
                    <a:pt x="1069456" y="277459"/>
                  </a:lnTo>
                  <a:lnTo>
                    <a:pt x="1108766" y="299945"/>
                  </a:lnTo>
                  <a:lnTo>
                    <a:pt x="1147563" y="323213"/>
                  </a:lnTo>
                  <a:lnTo>
                    <a:pt x="1185836" y="347250"/>
                  </a:lnTo>
                  <a:lnTo>
                    <a:pt x="1223574" y="372048"/>
                  </a:lnTo>
                  <a:lnTo>
                    <a:pt x="1260768" y="397594"/>
                  </a:lnTo>
                  <a:lnTo>
                    <a:pt x="1297405" y="423879"/>
                  </a:lnTo>
                  <a:lnTo>
                    <a:pt x="1333476" y="450891"/>
                  </a:lnTo>
                  <a:lnTo>
                    <a:pt x="1368969" y="478620"/>
                  </a:lnTo>
                  <a:lnTo>
                    <a:pt x="1403875" y="507054"/>
                  </a:lnTo>
                  <a:lnTo>
                    <a:pt x="1438181" y="536185"/>
                  </a:lnTo>
                  <a:lnTo>
                    <a:pt x="1471878" y="565999"/>
                  </a:lnTo>
                  <a:lnTo>
                    <a:pt x="1504955" y="596488"/>
                  </a:lnTo>
                  <a:lnTo>
                    <a:pt x="1537401" y="627640"/>
                  </a:lnTo>
                  <a:lnTo>
                    <a:pt x="1569205" y="659444"/>
                  </a:lnTo>
                  <a:lnTo>
                    <a:pt x="1600357" y="691890"/>
                  </a:lnTo>
                  <a:lnTo>
                    <a:pt x="1630846" y="724967"/>
                  </a:lnTo>
                  <a:lnTo>
                    <a:pt x="1660660" y="758664"/>
                  </a:lnTo>
                  <a:lnTo>
                    <a:pt x="1689791" y="792970"/>
                  </a:lnTo>
                  <a:lnTo>
                    <a:pt x="1718225" y="827876"/>
                  </a:lnTo>
                  <a:lnTo>
                    <a:pt x="1745954" y="863369"/>
                  </a:lnTo>
                  <a:lnTo>
                    <a:pt x="1772966" y="899440"/>
                  </a:lnTo>
                  <a:lnTo>
                    <a:pt x="1799251" y="936077"/>
                  </a:lnTo>
                  <a:lnTo>
                    <a:pt x="1824797" y="973271"/>
                  </a:lnTo>
                  <a:lnTo>
                    <a:pt x="1849595" y="1011009"/>
                  </a:lnTo>
                  <a:lnTo>
                    <a:pt x="1873632" y="1049282"/>
                  </a:lnTo>
                  <a:lnTo>
                    <a:pt x="1896900" y="1088079"/>
                  </a:lnTo>
                  <a:lnTo>
                    <a:pt x="1919386" y="1127389"/>
                  </a:lnTo>
                  <a:lnTo>
                    <a:pt x="1941080" y="1167201"/>
                  </a:lnTo>
                  <a:lnTo>
                    <a:pt x="1961972" y="1207504"/>
                  </a:lnTo>
                  <a:lnTo>
                    <a:pt x="1982051" y="1248289"/>
                  </a:lnTo>
                  <a:lnTo>
                    <a:pt x="2001306" y="1289544"/>
                  </a:lnTo>
                  <a:lnTo>
                    <a:pt x="2019726" y="1331257"/>
                  </a:lnTo>
                  <a:lnTo>
                    <a:pt x="2037300" y="1373420"/>
                  </a:lnTo>
                  <a:lnTo>
                    <a:pt x="2054018" y="1416021"/>
                  </a:lnTo>
                  <a:lnTo>
                    <a:pt x="2069870" y="1459049"/>
                  </a:lnTo>
                  <a:lnTo>
                    <a:pt x="2084844" y="1502493"/>
                  </a:lnTo>
                  <a:lnTo>
                    <a:pt x="2098929" y="1546343"/>
                  </a:lnTo>
                  <a:lnTo>
                    <a:pt x="2112116" y="1590588"/>
                  </a:lnTo>
                  <a:lnTo>
                    <a:pt x="2124392" y="1635218"/>
                  </a:lnTo>
                  <a:lnTo>
                    <a:pt x="2135748" y="1680221"/>
                  </a:lnTo>
                  <a:lnTo>
                    <a:pt x="2146173" y="1725587"/>
                  </a:lnTo>
                  <a:lnTo>
                    <a:pt x="2155656" y="1771305"/>
                  </a:lnTo>
                  <a:lnTo>
                    <a:pt x="2164187" y="1817364"/>
                  </a:lnTo>
                  <a:lnTo>
                    <a:pt x="2171753" y="1863754"/>
                  </a:lnTo>
                  <a:lnTo>
                    <a:pt x="2178346" y="1910465"/>
                  </a:lnTo>
                  <a:lnTo>
                    <a:pt x="2183954" y="1957484"/>
                  </a:lnTo>
                  <a:lnTo>
                    <a:pt x="2188566" y="2004802"/>
                  </a:lnTo>
                  <a:lnTo>
                    <a:pt x="2192172" y="2052408"/>
                  </a:lnTo>
                  <a:lnTo>
                    <a:pt x="2194761" y="2100291"/>
                  </a:lnTo>
                  <a:lnTo>
                    <a:pt x="2196323" y="2148441"/>
                  </a:lnTo>
                  <a:lnTo>
                    <a:pt x="2196845" y="2196845"/>
                  </a:lnTo>
                  <a:lnTo>
                    <a:pt x="0" y="219684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68867" y="2241626"/>
            <a:ext cx="155511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ts val="276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to-One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60"/>
              </a:lnSpc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92464" y="3466084"/>
            <a:ext cx="2209800" cy="2209800"/>
            <a:chOff x="8792464" y="3466084"/>
            <a:chExt cx="2209800" cy="2209800"/>
          </a:xfrm>
        </p:grpSpPr>
        <p:sp>
          <p:nvSpPr>
            <p:cNvPr id="8" name="object 8"/>
            <p:cNvSpPr/>
            <p:nvPr/>
          </p:nvSpPr>
          <p:spPr>
            <a:xfrm>
              <a:off x="8798814" y="3472434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2196845" y="0"/>
                  </a:moveTo>
                  <a:lnTo>
                    <a:pt x="0" y="0"/>
                  </a:lnTo>
                  <a:lnTo>
                    <a:pt x="0" y="2196846"/>
                  </a:lnTo>
                  <a:lnTo>
                    <a:pt x="48404" y="2196323"/>
                  </a:lnTo>
                  <a:lnTo>
                    <a:pt x="96554" y="2194761"/>
                  </a:lnTo>
                  <a:lnTo>
                    <a:pt x="144437" y="2192172"/>
                  </a:lnTo>
                  <a:lnTo>
                    <a:pt x="192043" y="2188566"/>
                  </a:lnTo>
                  <a:lnTo>
                    <a:pt x="239361" y="2183954"/>
                  </a:lnTo>
                  <a:lnTo>
                    <a:pt x="286380" y="2178346"/>
                  </a:lnTo>
                  <a:lnTo>
                    <a:pt x="333091" y="2171753"/>
                  </a:lnTo>
                  <a:lnTo>
                    <a:pt x="379481" y="2164187"/>
                  </a:lnTo>
                  <a:lnTo>
                    <a:pt x="425540" y="2155656"/>
                  </a:lnTo>
                  <a:lnTo>
                    <a:pt x="471258" y="2146173"/>
                  </a:lnTo>
                  <a:lnTo>
                    <a:pt x="516624" y="2135748"/>
                  </a:lnTo>
                  <a:lnTo>
                    <a:pt x="561627" y="2124392"/>
                  </a:lnTo>
                  <a:lnTo>
                    <a:pt x="606257" y="2112116"/>
                  </a:lnTo>
                  <a:lnTo>
                    <a:pt x="650502" y="2098929"/>
                  </a:lnTo>
                  <a:lnTo>
                    <a:pt x="694352" y="2084844"/>
                  </a:lnTo>
                  <a:lnTo>
                    <a:pt x="737796" y="2069870"/>
                  </a:lnTo>
                  <a:lnTo>
                    <a:pt x="780824" y="2054018"/>
                  </a:lnTo>
                  <a:lnTo>
                    <a:pt x="823425" y="2037300"/>
                  </a:lnTo>
                  <a:lnTo>
                    <a:pt x="865588" y="2019726"/>
                  </a:lnTo>
                  <a:lnTo>
                    <a:pt x="907301" y="2001306"/>
                  </a:lnTo>
                  <a:lnTo>
                    <a:pt x="948556" y="1982051"/>
                  </a:lnTo>
                  <a:lnTo>
                    <a:pt x="989341" y="1961972"/>
                  </a:lnTo>
                  <a:lnTo>
                    <a:pt x="1029644" y="1941080"/>
                  </a:lnTo>
                  <a:lnTo>
                    <a:pt x="1069456" y="1919386"/>
                  </a:lnTo>
                  <a:lnTo>
                    <a:pt x="1108766" y="1896900"/>
                  </a:lnTo>
                  <a:lnTo>
                    <a:pt x="1147563" y="1873632"/>
                  </a:lnTo>
                  <a:lnTo>
                    <a:pt x="1185836" y="1849595"/>
                  </a:lnTo>
                  <a:lnTo>
                    <a:pt x="1223574" y="1824797"/>
                  </a:lnTo>
                  <a:lnTo>
                    <a:pt x="1260768" y="1799251"/>
                  </a:lnTo>
                  <a:lnTo>
                    <a:pt x="1297405" y="1772966"/>
                  </a:lnTo>
                  <a:lnTo>
                    <a:pt x="1333476" y="1745954"/>
                  </a:lnTo>
                  <a:lnTo>
                    <a:pt x="1368969" y="1718225"/>
                  </a:lnTo>
                  <a:lnTo>
                    <a:pt x="1403875" y="1689791"/>
                  </a:lnTo>
                  <a:lnTo>
                    <a:pt x="1438181" y="1660660"/>
                  </a:lnTo>
                  <a:lnTo>
                    <a:pt x="1471878" y="1630846"/>
                  </a:lnTo>
                  <a:lnTo>
                    <a:pt x="1504955" y="1600357"/>
                  </a:lnTo>
                  <a:lnTo>
                    <a:pt x="1537401" y="1569205"/>
                  </a:lnTo>
                  <a:lnTo>
                    <a:pt x="1569205" y="1537401"/>
                  </a:lnTo>
                  <a:lnTo>
                    <a:pt x="1600357" y="1504955"/>
                  </a:lnTo>
                  <a:lnTo>
                    <a:pt x="1630846" y="1471878"/>
                  </a:lnTo>
                  <a:lnTo>
                    <a:pt x="1660660" y="1438181"/>
                  </a:lnTo>
                  <a:lnTo>
                    <a:pt x="1689791" y="1403875"/>
                  </a:lnTo>
                  <a:lnTo>
                    <a:pt x="1718225" y="1368969"/>
                  </a:lnTo>
                  <a:lnTo>
                    <a:pt x="1745954" y="1333476"/>
                  </a:lnTo>
                  <a:lnTo>
                    <a:pt x="1772966" y="1297405"/>
                  </a:lnTo>
                  <a:lnTo>
                    <a:pt x="1799251" y="1260768"/>
                  </a:lnTo>
                  <a:lnTo>
                    <a:pt x="1824797" y="1223574"/>
                  </a:lnTo>
                  <a:lnTo>
                    <a:pt x="1849595" y="1185836"/>
                  </a:lnTo>
                  <a:lnTo>
                    <a:pt x="1873632" y="1147563"/>
                  </a:lnTo>
                  <a:lnTo>
                    <a:pt x="1896900" y="1108766"/>
                  </a:lnTo>
                  <a:lnTo>
                    <a:pt x="1919386" y="1069456"/>
                  </a:lnTo>
                  <a:lnTo>
                    <a:pt x="1941080" y="1029644"/>
                  </a:lnTo>
                  <a:lnTo>
                    <a:pt x="1961972" y="989341"/>
                  </a:lnTo>
                  <a:lnTo>
                    <a:pt x="1982051" y="948556"/>
                  </a:lnTo>
                  <a:lnTo>
                    <a:pt x="2001306" y="907301"/>
                  </a:lnTo>
                  <a:lnTo>
                    <a:pt x="2019726" y="865588"/>
                  </a:lnTo>
                  <a:lnTo>
                    <a:pt x="2037300" y="823425"/>
                  </a:lnTo>
                  <a:lnTo>
                    <a:pt x="2054018" y="780824"/>
                  </a:lnTo>
                  <a:lnTo>
                    <a:pt x="2069870" y="737796"/>
                  </a:lnTo>
                  <a:lnTo>
                    <a:pt x="2084844" y="694352"/>
                  </a:lnTo>
                  <a:lnTo>
                    <a:pt x="2098929" y="650502"/>
                  </a:lnTo>
                  <a:lnTo>
                    <a:pt x="2112116" y="606257"/>
                  </a:lnTo>
                  <a:lnTo>
                    <a:pt x="2124392" y="561627"/>
                  </a:lnTo>
                  <a:lnTo>
                    <a:pt x="2135748" y="516624"/>
                  </a:lnTo>
                  <a:lnTo>
                    <a:pt x="2146173" y="471258"/>
                  </a:lnTo>
                  <a:lnTo>
                    <a:pt x="2155656" y="425540"/>
                  </a:lnTo>
                  <a:lnTo>
                    <a:pt x="2164187" y="379481"/>
                  </a:lnTo>
                  <a:lnTo>
                    <a:pt x="2171753" y="333091"/>
                  </a:lnTo>
                  <a:lnTo>
                    <a:pt x="2178346" y="286380"/>
                  </a:lnTo>
                  <a:lnTo>
                    <a:pt x="2183954" y="239361"/>
                  </a:lnTo>
                  <a:lnTo>
                    <a:pt x="2188566" y="192043"/>
                  </a:lnTo>
                  <a:lnTo>
                    <a:pt x="2192172" y="144437"/>
                  </a:lnTo>
                  <a:lnTo>
                    <a:pt x="2194761" y="96554"/>
                  </a:lnTo>
                  <a:lnTo>
                    <a:pt x="2196323" y="48404"/>
                  </a:lnTo>
                  <a:lnTo>
                    <a:pt x="2196845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98814" y="3472434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2196845" y="0"/>
                  </a:moveTo>
                  <a:lnTo>
                    <a:pt x="2196323" y="48404"/>
                  </a:lnTo>
                  <a:lnTo>
                    <a:pt x="2194761" y="96554"/>
                  </a:lnTo>
                  <a:lnTo>
                    <a:pt x="2192172" y="144437"/>
                  </a:lnTo>
                  <a:lnTo>
                    <a:pt x="2188566" y="192043"/>
                  </a:lnTo>
                  <a:lnTo>
                    <a:pt x="2183954" y="239361"/>
                  </a:lnTo>
                  <a:lnTo>
                    <a:pt x="2178346" y="286380"/>
                  </a:lnTo>
                  <a:lnTo>
                    <a:pt x="2171753" y="333091"/>
                  </a:lnTo>
                  <a:lnTo>
                    <a:pt x="2164187" y="379481"/>
                  </a:lnTo>
                  <a:lnTo>
                    <a:pt x="2155656" y="425540"/>
                  </a:lnTo>
                  <a:lnTo>
                    <a:pt x="2146173" y="471258"/>
                  </a:lnTo>
                  <a:lnTo>
                    <a:pt x="2135748" y="516624"/>
                  </a:lnTo>
                  <a:lnTo>
                    <a:pt x="2124392" y="561627"/>
                  </a:lnTo>
                  <a:lnTo>
                    <a:pt x="2112116" y="606257"/>
                  </a:lnTo>
                  <a:lnTo>
                    <a:pt x="2098929" y="650502"/>
                  </a:lnTo>
                  <a:lnTo>
                    <a:pt x="2084844" y="694352"/>
                  </a:lnTo>
                  <a:lnTo>
                    <a:pt x="2069870" y="737796"/>
                  </a:lnTo>
                  <a:lnTo>
                    <a:pt x="2054018" y="780824"/>
                  </a:lnTo>
                  <a:lnTo>
                    <a:pt x="2037300" y="823425"/>
                  </a:lnTo>
                  <a:lnTo>
                    <a:pt x="2019726" y="865588"/>
                  </a:lnTo>
                  <a:lnTo>
                    <a:pt x="2001306" y="907301"/>
                  </a:lnTo>
                  <a:lnTo>
                    <a:pt x="1982051" y="948556"/>
                  </a:lnTo>
                  <a:lnTo>
                    <a:pt x="1961972" y="989341"/>
                  </a:lnTo>
                  <a:lnTo>
                    <a:pt x="1941080" y="1029644"/>
                  </a:lnTo>
                  <a:lnTo>
                    <a:pt x="1919386" y="1069456"/>
                  </a:lnTo>
                  <a:lnTo>
                    <a:pt x="1896900" y="1108766"/>
                  </a:lnTo>
                  <a:lnTo>
                    <a:pt x="1873632" y="1147563"/>
                  </a:lnTo>
                  <a:lnTo>
                    <a:pt x="1849595" y="1185836"/>
                  </a:lnTo>
                  <a:lnTo>
                    <a:pt x="1824797" y="1223574"/>
                  </a:lnTo>
                  <a:lnTo>
                    <a:pt x="1799251" y="1260768"/>
                  </a:lnTo>
                  <a:lnTo>
                    <a:pt x="1772966" y="1297405"/>
                  </a:lnTo>
                  <a:lnTo>
                    <a:pt x="1745954" y="1333476"/>
                  </a:lnTo>
                  <a:lnTo>
                    <a:pt x="1718225" y="1368969"/>
                  </a:lnTo>
                  <a:lnTo>
                    <a:pt x="1689791" y="1403875"/>
                  </a:lnTo>
                  <a:lnTo>
                    <a:pt x="1660660" y="1438181"/>
                  </a:lnTo>
                  <a:lnTo>
                    <a:pt x="1630846" y="1471878"/>
                  </a:lnTo>
                  <a:lnTo>
                    <a:pt x="1600357" y="1504955"/>
                  </a:lnTo>
                  <a:lnTo>
                    <a:pt x="1569205" y="1537401"/>
                  </a:lnTo>
                  <a:lnTo>
                    <a:pt x="1537401" y="1569205"/>
                  </a:lnTo>
                  <a:lnTo>
                    <a:pt x="1504955" y="1600357"/>
                  </a:lnTo>
                  <a:lnTo>
                    <a:pt x="1471878" y="1630846"/>
                  </a:lnTo>
                  <a:lnTo>
                    <a:pt x="1438181" y="1660660"/>
                  </a:lnTo>
                  <a:lnTo>
                    <a:pt x="1403875" y="1689791"/>
                  </a:lnTo>
                  <a:lnTo>
                    <a:pt x="1368969" y="1718225"/>
                  </a:lnTo>
                  <a:lnTo>
                    <a:pt x="1333476" y="1745954"/>
                  </a:lnTo>
                  <a:lnTo>
                    <a:pt x="1297405" y="1772966"/>
                  </a:lnTo>
                  <a:lnTo>
                    <a:pt x="1260768" y="1799251"/>
                  </a:lnTo>
                  <a:lnTo>
                    <a:pt x="1223574" y="1824797"/>
                  </a:lnTo>
                  <a:lnTo>
                    <a:pt x="1185836" y="1849595"/>
                  </a:lnTo>
                  <a:lnTo>
                    <a:pt x="1147563" y="1873632"/>
                  </a:lnTo>
                  <a:lnTo>
                    <a:pt x="1108766" y="1896900"/>
                  </a:lnTo>
                  <a:lnTo>
                    <a:pt x="1069456" y="1919386"/>
                  </a:lnTo>
                  <a:lnTo>
                    <a:pt x="1029644" y="1941080"/>
                  </a:lnTo>
                  <a:lnTo>
                    <a:pt x="989341" y="1961972"/>
                  </a:lnTo>
                  <a:lnTo>
                    <a:pt x="948556" y="1982051"/>
                  </a:lnTo>
                  <a:lnTo>
                    <a:pt x="907301" y="2001306"/>
                  </a:lnTo>
                  <a:lnTo>
                    <a:pt x="865588" y="2019726"/>
                  </a:lnTo>
                  <a:lnTo>
                    <a:pt x="823425" y="2037300"/>
                  </a:lnTo>
                  <a:lnTo>
                    <a:pt x="780824" y="2054018"/>
                  </a:lnTo>
                  <a:lnTo>
                    <a:pt x="737796" y="2069870"/>
                  </a:lnTo>
                  <a:lnTo>
                    <a:pt x="694352" y="2084844"/>
                  </a:lnTo>
                  <a:lnTo>
                    <a:pt x="650502" y="2098929"/>
                  </a:lnTo>
                  <a:lnTo>
                    <a:pt x="606257" y="2112116"/>
                  </a:lnTo>
                  <a:lnTo>
                    <a:pt x="561627" y="2124392"/>
                  </a:lnTo>
                  <a:lnTo>
                    <a:pt x="516624" y="2135748"/>
                  </a:lnTo>
                  <a:lnTo>
                    <a:pt x="471258" y="2146173"/>
                  </a:lnTo>
                  <a:lnTo>
                    <a:pt x="425540" y="2155656"/>
                  </a:lnTo>
                  <a:lnTo>
                    <a:pt x="379481" y="2164187"/>
                  </a:lnTo>
                  <a:lnTo>
                    <a:pt x="333091" y="2171753"/>
                  </a:lnTo>
                  <a:lnTo>
                    <a:pt x="286380" y="2178346"/>
                  </a:lnTo>
                  <a:lnTo>
                    <a:pt x="239361" y="2183954"/>
                  </a:lnTo>
                  <a:lnTo>
                    <a:pt x="192043" y="2188566"/>
                  </a:lnTo>
                  <a:lnTo>
                    <a:pt x="144437" y="2192172"/>
                  </a:lnTo>
                  <a:lnTo>
                    <a:pt x="96554" y="2194761"/>
                  </a:lnTo>
                  <a:lnTo>
                    <a:pt x="48404" y="2196323"/>
                  </a:lnTo>
                  <a:lnTo>
                    <a:pt x="0" y="2196846"/>
                  </a:lnTo>
                  <a:lnTo>
                    <a:pt x="0" y="0"/>
                  </a:lnTo>
                  <a:lnTo>
                    <a:pt x="2196845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68867" y="3591814"/>
            <a:ext cx="1555750" cy="10604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065" marR="5080" indent="-1270" algn="ctr">
              <a:lnSpc>
                <a:spcPct val="91500"/>
              </a:lnSpc>
              <a:spcBef>
                <a:spcPts val="345"/>
              </a:spcBef>
            </a:pP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to-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Many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49314" y="3466084"/>
            <a:ext cx="2209800" cy="2209800"/>
            <a:chOff x="6449314" y="3466084"/>
            <a:chExt cx="2209800" cy="2209800"/>
          </a:xfrm>
        </p:grpSpPr>
        <p:sp>
          <p:nvSpPr>
            <p:cNvPr id="12" name="object 12"/>
            <p:cNvSpPr/>
            <p:nvPr/>
          </p:nvSpPr>
          <p:spPr>
            <a:xfrm>
              <a:off x="6455664" y="3472434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2196845" y="0"/>
                  </a:moveTo>
                  <a:lnTo>
                    <a:pt x="0" y="0"/>
                  </a:lnTo>
                  <a:lnTo>
                    <a:pt x="522" y="48404"/>
                  </a:lnTo>
                  <a:lnTo>
                    <a:pt x="2084" y="96554"/>
                  </a:lnTo>
                  <a:lnTo>
                    <a:pt x="4673" y="144437"/>
                  </a:lnTo>
                  <a:lnTo>
                    <a:pt x="8279" y="192043"/>
                  </a:lnTo>
                  <a:lnTo>
                    <a:pt x="12891" y="239361"/>
                  </a:lnTo>
                  <a:lnTo>
                    <a:pt x="18499" y="286380"/>
                  </a:lnTo>
                  <a:lnTo>
                    <a:pt x="25092" y="333091"/>
                  </a:lnTo>
                  <a:lnTo>
                    <a:pt x="32658" y="379481"/>
                  </a:lnTo>
                  <a:lnTo>
                    <a:pt x="41189" y="425540"/>
                  </a:lnTo>
                  <a:lnTo>
                    <a:pt x="50672" y="471258"/>
                  </a:lnTo>
                  <a:lnTo>
                    <a:pt x="61097" y="516624"/>
                  </a:lnTo>
                  <a:lnTo>
                    <a:pt x="72453" y="561627"/>
                  </a:lnTo>
                  <a:lnTo>
                    <a:pt x="84729" y="606257"/>
                  </a:lnTo>
                  <a:lnTo>
                    <a:pt x="97916" y="650502"/>
                  </a:lnTo>
                  <a:lnTo>
                    <a:pt x="112001" y="694352"/>
                  </a:lnTo>
                  <a:lnTo>
                    <a:pt x="126975" y="737796"/>
                  </a:lnTo>
                  <a:lnTo>
                    <a:pt x="142827" y="780824"/>
                  </a:lnTo>
                  <a:lnTo>
                    <a:pt x="159545" y="823425"/>
                  </a:lnTo>
                  <a:lnTo>
                    <a:pt x="177119" y="865588"/>
                  </a:lnTo>
                  <a:lnTo>
                    <a:pt x="195539" y="907301"/>
                  </a:lnTo>
                  <a:lnTo>
                    <a:pt x="214794" y="948556"/>
                  </a:lnTo>
                  <a:lnTo>
                    <a:pt x="234873" y="989341"/>
                  </a:lnTo>
                  <a:lnTo>
                    <a:pt x="255765" y="1029644"/>
                  </a:lnTo>
                  <a:lnTo>
                    <a:pt x="277459" y="1069456"/>
                  </a:lnTo>
                  <a:lnTo>
                    <a:pt x="299945" y="1108766"/>
                  </a:lnTo>
                  <a:lnTo>
                    <a:pt x="323213" y="1147563"/>
                  </a:lnTo>
                  <a:lnTo>
                    <a:pt x="347250" y="1185836"/>
                  </a:lnTo>
                  <a:lnTo>
                    <a:pt x="372048" y="1223574"/>
                  </a:lnTo>
                  <a:lnTo>
                    <a:pt x="397594" y="1260768"/>
                  </a:lnTo>
                  <a:lnTo>
                    <a:pt x="423879" y="1297405"/>
                  </a:lnTo>
                  <a:lnTo>
                    <a:pt x="450891" y="1333476"/>
                  </a:lnTo>
                  <a:lnTo>
                    <a:pt x="478620" y="1368969"/>
                  </a:lnTo>
                  <a:lnTo>
                    <a:pt x="507054" y="1403875"/>
                  </a:lnTo>
                  <a:lnTo>
                    <a:pt x="536185" y="1438181"/>
                  </a:lnTo>
                  <a:lnTo>
                    <a:pt x="565999" y="1471878"/>
                  </a:lnTo>
                  <a:lnTo>
                    <a:pt x="596488" y="1504955"/>
                  </a:lnTo>
                  <a:lnTo>
                    <a:pt x="627640" y="1537401"/>
                  </a:lnTo>
                  <a:lnTo>
                    <a:pt x="659444" y="1569205"/>
                  </a:lnTo>
                  <a:lnTo>
                    <a:pt x="691890" y="1600357"/>
                  </a:lnTo>
                  <a:lnTo>
                    <a:pt x="724967" y="1630846"/>
                  </a:lnTo>
                  <a:lnTo>
                    <a:pt x="758664" y="1660660"/>
                  </a:lnTo>
                  <a:lnTo>
                    <a:pt x="792970" y="1689791"/>
                  </a:lnTo>
                  <a:lnTo>
                    <a:pt x="827876" y="1718225"/>
                  </a:lnTo>
                  <a:lnTo>
                    <a:pt x="863369" y="1745954"/>
                  </a:lnTo>
                  <a:lnTo>
                    <a:pt x="899440" y="1772966"/>
                  </a:lnTo>
                  <a:lnTo>
                    <a:pt x="936077" y="1799251"/>
                  </a:lnTo>
                  <a:lnTo>
                    <a:pt x="973271" y="1824797"/>
                  </a:lnTo>
                  <a:lnTo>
                    <a:pt x="1011009" y="1849595"/>
                  </a:lnTo>
                  <a:lnTo>
                    <a:pt x="1049282" y="1873632"/>
                  </a:lnTo>
                  <a:lnTo>
                    <a:pt x="1088079" y="1896900"/>
                  </a:lnTo>
                  <a:lnTo>
                    <a:pt x="1127389" y="1919386"/>
                  </a:lnTo>
                  <a:lnTo>
                    <a:pt x="1167201" y="1941080"/>
                  </a:lnTo>
                  <a:lnTo>
                    <a:pt x="1207504" y="1961972"/>
                  </a:lnTo>
                  <a:lnTo>
                    <a:pt x="1248289" y="1982051"/>
                  </a:lnTo>
                  <a:lnTo>
                    <a:pt x="1289544" y="2001306"/>
                  </a:lnTo>
                  <a:lnTo>
                    <a:pt x="1331257" y="2019726"/>
                  </a:lnTo>
                  <a:lnTo>
                    <a:pt x="1373420" y="2037300"/>
                  </a:lnTo>
                  <a:lnTo>
                    <a:pt x="1416021" y="2054018"/>
                  </a:lnTo>
                  <a:lnTo>
                    <a:pt x="1459049" y="2069870"/>
                  </a:lnTo>
                  <a:lnTo>
                    <a:pt x="1502493" y="2084844"/>
                  </a:lnTo>
                  <a:lnTo>
                    <a:pt x="1546343" y="2098929"/>
                  </a:lnTo>
                  <a:lnTo>
                    <a:pt x="1590588" y="2112116"/>
                  </a:lnTo>
                  <a:lnTo>
                    <a:pt x="1635218" y="2124392"/>
                  </a:lnTo>
                  <a:lnTo>
                    <a:pt x="1680221" y="2135748"/>
                  </a:lnTo>
                  <a:lnTo>
                    <a:pt x="1725587" y="2146173"/>
                  </a:lnTo>
                  <a:lnTo>
                    <a:pt x="1771305" y="2155656"/>
                  </a:lnTo>
                  <a:lnTo>
                    <a:pt x="1817364" y="2164187"/>
                  </a:lnTo>
                  <a:lnTo>
                    <a:pt x="1863754" y="2171753"/>
                  </a:lnTo>
                  <a:lnTo>
                    <a:pt x="1910465" y="2178346"/>
                  </a:lnTo>
                  <a:lnTo>
                    <a:pt x="1957484" y="2183954"/>
                  </a:lnTo>
                  <a:lnTo>
                    <a:pt x="2004802" y="2188566"/>
                  </a:lnTo>
                  <a:lnTo>
                    <a:pt x="2052408" y="2192172"/>
                  </a:lnTo>
                  <a:lnTo>
                    <a:pt x="2100291" y="2194761"/>
                  </a:lnTo>
                  <a:lnTo>
                    <a:pt x="2148441" y="2196323"/>
                  </a:lnTo>
                  <a:lnTo>
                    <a:pt x="2196845" y="2196846"/>
                  </a:lnTo>
                  <a:lnTo>
                    <a:pt x="2196845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55664" y="3472434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2196845" y="2196846"/>
                  </a:moveTo>
                  <a:lnTo>
                    <a:pt x="2148441" y="2196323"/>
                  </a:lnTo>
                  <a:lnTo>
                    <a:pt x="2100291" y="2194761"/>
                  </a:lnTo>
                  <a:lnTo>
                    <a:pt x="2052408" y="2192172"/>
                  </a:lnTo>
                  <a:lnTo>
                    <a:pt x="2004802" y="2188566"/>
                  </a:lnTo>
                  <a:lnTo>
                    <a:pt x="1957484" y="2183954"/>
                  </a:lnTo>
                  <a:lnTo>
                    <a:pt x="1910465" y="2178346"/>
                  </a:lnTo>
                  <a:lnTo>
                    <a:pt x="1863754" y="2171753"/>
                  </a:lnTo>
                  <a:lnTo>
                    <a:pt x="1817364" y="2164187"/>
                  </a:lnTo>
                  <a:lnTo>
                    <a:pt x="1771305" y="2155656"/>
                  </a:lnTo>
                  <a:lnTo>
                    <a:pt x="1725587" y="2146173"/>
                  </a:lnTo>
                  <a:lnTo>
                    <a:pt x="1680221" y="2135748"/>
                  </a:lnTo>
                  <a:lnTo>
                    <a:pt x="1635218" y="2124392"/>
                  </a:lnTo>
                  <a:lnTo>
                    <a:pt x="1590588" y="2112116"/>
                  </a:lnTo>
                  <a:lnTo>
                    <a:pt x="1546343" y="2098929"/>
                  </a:lnTo>
                  <a:lnTo>
                    <a:pt x="1502493" y="2084844"/>
                  </a:lnTo>
                  <a:lnTo>
                    <a:pt x="1459049" y="2069870"/>
                  </a:lnTo>
                  <a:lnTo>
                    <a:pt x="1416021" y="2054018"/>
                  </a:lnTo>
                  <a:lnTo>
                    <a:pt x="1373420" y="2037300"/>
                  </a:lnTo>
                  <a:lnTo>
                    <a:pt x="1331257" y="2019726"/>
                  </a:lnTo>
                  <a:lnTo>
                    <a:pt x="1289544" y="2001306"/>
                  </a:lnTo>
                  <a:lnTo>
                    <a:pt x="1248289" y="1982051"/>
                  </a:lnTo>
                  <a:lnTo>
                    <a:pt x="1207504" y="1961972"/>
                  </a:lnTo>
                  <a:lnTo>
                    <a:pt x="1167201" y="1941080"/>
                  </a:lnTo>
                  <a:lnTo>
                    <a:pt x="1127389" y="1919386"/>
                  </a:lnTo>
                  <a:lnTo>
                    <a:pt x="1088079" y="1896900"/>
                  </a:lnTo>
                  <a:lnTo>
                    <a:pt x="1049282" y="1873632"/>
                  </a:lnTo>
                  <a:lnTo>
                    <a:pt x="1011009" y="1849595"/>
                  </a:lnTo>
                  <a:lnTo>
                    <a:pt x="973271" y="1824797"/>
                  </a:lnTo>
                  <a:lnTo>
                    <a:pt x="936077" y="1799251"/>
                  </a:lnTo>
                  <a:lnTo>
                    <a:pt x="899440" y="1772966"/>
                  </a:lnTo>
                  <a:lnTo>
                    <a:pt x="863369" y="1745954"/>
                  </a:lnTo>
                  <a:lnTo>
                    <a:pt x="827876" y="1718225"/>
                  </a:lnTo>
                  <a:lnTo>
                    <a:pt x="792970" y="1689791"/>
                  </a:lnTo>
                  <a:lnTo>
                    <a:pt x="758664" y="1660660"/>
                  </a:lnTo>
                  <a:lnTo>
                    <a:pt x="724967" y="1630846"/>
                  </a:lnTo>
                  <a:lnTo>
                    <a:pt x="691890" y="1600357"/>
                  </a:lnTo>
                  <a:lnTo>
                    <a:pt x="659444" y="1569205"/>
                  </a:lnTo>
                  <a:lnTo>
                    <a:pt x="627640" y="1537401"/>
                  </a:lnTo>
                  <a:lnTo>
                    <a:pt x="596488" y="1504955"/>
                  </a:lnTo>
                  <a:lnTo>
                    <a:pt x="565999" y="1471878"/>
                  </a:lnTo>
                  <a:lnTo>
                    <a:pt x="536185" y="1438181"/>
                  </a:lnTo>
                  <a:lnTo>
                    <a:pt x="507054" y="1403875"/>
                  </a:lnTo>
                  <a:lnTo>
                    <a:pt x="478620" y="1368969"/>
                  </a:lnTo>
                  <a:lnTo>
                    <a:pt x="450891" y="1333476"/>
                  </a:lnTo>
                  <a:lnTo>
                    <a:pt x="423879" y="1297405"/>
                  </a:lnTo>
                  <a:lnTo>
                    <a:pt x="397594" y="1260768"/>
                  </a:lnTo>
                  <a:lnTo>
                    <a:pt x="372048" y="1223574"/>
                  </a:lnTo>
                  <a:lnTo>
                    <a:pt x="347250" y="1185836"/>
                  </a:lnTo>
                  <a:lnTo>
                    <a:pt x="323213" y="1147563"/>
                  </a:lnTo>
                  <a:lnTo>
                    <a:pt x="299945" y="1108766"/>
                  </a:lnTo>
                  <a:lnTo>
                    <a:pt x="277459" y="1069456"/>
                  </a:lnTo>
                  <a:lnTo>
                    <a:pt x="255765" y="1029644"/>
                  </a:lnTo>
                  <a:lnTo>
                    <a:pt x="234873" y="989341"/>
                  </a:lnTo>
                  <a:lnTo>
                    <a:pt x="214794" y="948556"/>
                  </a:lnTo>
                  <a:lnTo>
                    <a:pt x="195539" y="907301"/>
                  </a:lnTo>
                  <a:lnTo>
                    <a:pt x="177119" y="865588"/>
                  </a:lnTo>
                  <a:lnTo>
                    <a:pt x="159545" y="823425"/>
                  </a:lnTo>
                  <a:lnTo>
                    <a:pt x="142827" y="780824"/>
                  </a:lnTo>
                  <a:lnTo>
                    <a:pt x="126975" y="737796"/>
                  </a:lnTo>
                  <a:lnTo>
                    <a:pt x="112001" y="694352"/>
                  </a:lnTo>
                  <a:lnTo>
                    <a:pt x="97916" y="650502"/>
                  </a:lnTo>
                  <a:lnTo>
                    <a:pt x="84729" y="606257"/>
                  </a:lnTo>
                  <a:lnTo>
                    <a:pt x="72453" y="561627"/>
                  </a:lnTo>
                  <a:lnTo>
                    <a:pt x="61097" y="516624"/>
                  </a:lnTo>
                  <a:lnTo>
                    <a:pt x="50672" y="471258"/>
                  </a:lnTo>
                  <a:lnTo>
                    <a:pt x="41189" y="425540"/>
                  </a:lnTo>
                  <a:lnTo>
                    <a:pt x="32658" y="379481"/>
                  </a:lnTo>
                  <a:lnTo>
                    <a:pt x="25092" y="333091"/>
                  </a:lnTo>
                  <a:lnTo>
                    <a:pt x="18499" y="286380"/>
                  </a:lnTo>
                  <a:lnTo>
                    <a:pt x="12891" y="239361"/>
                  </a:lnTo>
                  <a:lnTo>
                    <a:pt x="8279" y="192043"/>
                  </a:lnTo>
                  <a:lnTo>
                    <a:pt x="4673" y="144437"/>
                  </a:lnTo>
                  <a:lnTo>
                    <a:pt x="2084" y="96554"/>
                  </a:lnTo>
                  <a:lnTo>
                    <a:pt x="522" y="48404"/>
                  </a:lnTo>
                  <a:lnTo>
                    <a:pt x="0" y="0"/>
                  </a:lnTo>
                  <a:lnTo>
                    <a:pt x="2196845" y="0"/>
                  </a:lnTo>
                  <a:lnTo>
                    <a:pt x="2196845" y="219684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28866" y="3591814"/>
            <a:ext cx="1554480" cy="10604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345"/>
              </a:spcBef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Many-to- One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49314" y="1122933"/>
            <a:ext cx="2209800" cy="2209800"/>
            <a:chOff x="6449314" y="1122933"/>
            <a:chExt cx="2209800" cy="2209800"/>
          </a:xfrm>
        </p:grpSpPr>
        <p:sp>
          <p:nvSpPr>
            <p:cNvPr id="16" name="object 16"/>
            <p:cNvSpPr/>
            <p:nvPr/>
          </p:nvSpPr>
          <p:spPr>
            <a:xfrm>
              <a:off x="6455664" y="1129283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2196845" y="0"/>
                  </a:moveTo>
                  <a:lnTo>
                    <a:pt x="2148441" y="522"/>
                  </a:lnTo>
                  <a:lnTo>
                    <a:pt x="2100291" y="2084"/>
                  </a:lnTo>
                  <a:lnTo>
                    <a:pt x="2052408" y="4673"/>
                  </a:lnTo>
                  <a:lnTo>
                    <a:pt x="2004802" y="8279"/>
                  </a:lnTo>
                  <a:lnTo>
                    <a:pt x="1957484" y="12891"/>
                  </a:lnTo>
                  <a:lnTo>
                    <a:pt x="1910465" y="18499"/>
                  </a:lnTo>
                  <a:lnTo>
                    <a:pt x="1863754" y="25092"/>
                  </a:lnTo>
                  <a:lnTo>
                    <a:pt x="1817364" y="32658"/>
                  </a:lnTo>
                  <a:lnTo>
                    <a:pt x="1771305" y="41189"/>
                  </a:lnTo>
                  <a:lnTo>
                    <a:pt x="1725587" y="50672"/>
                  </a:lnTo>
                  <a:lnTo>
                    <a:pt x="1680221" y="61097"/>
                  </a:lnTo>
                  <a:lnTo>
                    <a:pt x="1635218" y="72453"/>
                  </a:lnTo>
                  <a:lnTo>
                    <a:pt x="1590588" y="84729"/>
                  </a:lnTo>
                  <a:lnTo>
                    <a:pt x="1546343" y="97916"/>
                  </a:lnTo>
                  <a:lnTo>
                    <a:pt x="1502493" y="112001"/>
                  </a:lnTo>
                  <a:lnTo>
                    <a:pt x="1459049" y="126975"/>
                  </a:lnTo>
                  <a:lnTo>
                    <a:pt x="1416021" y="142827"/>
                  </a:lnTo>
                  <a:lnTo>
                    <a:pt x="1373420" y="159545"/>
                  </a:lnTo>
                  <a:lnTo>
                    <a:pt x="1331257" y="177119"/>
                  </a:lnTo>
                  <a:lnTo>
                    <a:pt x="1289544" y="195539"/>
                  </a:lnTo>
                  <a:lnTo>
                    <a:pt x="1248289" y="214794"/>
                  </a:lnTo>
                  <a:lnTo>
                    <a:pt x="1207504" y="234873"/>
                  </a:lnTo>
                  <a:lnTo>
                    <a:pt x="1167201" y="255765"/>
                  </a:lnTo>
                  <a:lnTo>
                    <a:pt x="1127389" y="277459"/>
                  </a:lnTo>
                  <a:lnTo>
                    <a:pt x="1088079" y="299945"/>
                  </a:lnTo>
                  <a:lnTo>
                    <a:pt x="1049282" y="323213"/>
                  </a:lnTo>
                  <a:lnTo>
                    <a:pt x="1011009" y="347250"/>
                  </a:lnTo>
                  <a:lnTo>
                    <a:pt x="973271" y="372048"/>
                  </a:lnTo>
                  <a:lnTo>
                    <a:pt x="936077" y="397594"/>
                  </a:lnTo>
                  <a:lnTo>
                    <a:pt x="899440" y="423879"/>
                  </a:lnTo>
                  <a:lnTo>
                    <a:pt x="863369" y="450891"/>
                  </a:lnTo>
                  <a:lnTo>
                    <a:pt x="827876" y="478620"/>
                  </a:lnTo>
                  <a:lnTo>
                    <a:pt x="792970" y="507054"/>
                  </a:lnTo>
                  <a:lnTo>
                    <a:pt x="758664" y="536185"/>
                  </a:lnTo>
                  <a:lnTo>
                    <a:pt x="724967" y="565999"/>
                  </a:lnTo>
                  <a:lnTo>
                    <a:pt x="691890" y="596488"/>
                  </a:lnTo>
                  <a:lnTo>
                    <a:pt x="659444" y="627640"/>
                  </a:lnTo>
                  <a:lnTo>
                    <a:pt x="627640" y="659444"/>
                  </a:lnTo>
                  <a:lnTo>
                    <a:pt x="596488" y="691890"/>
                  </a:lnTo>
                  <a:lnTo>
                    <a:pt x="565999" y="724967"/>
                  </a:lnTo>
                  <a:lnTo>
                    <a:pt x="536185" y="758664"/>
                  </a:lnTo>
                  <a:lnTo>
                    <a:pt x="507054" y="792970"/>
                  </a:lnTo>
                  <a:lnTo>
                    <a:pt x="478620" y="827876"/>
                  </a:lnTo>
                  <a:lnTo>
                    <a:pt x="450891" y="863369"/>
                  </a:lnTo>
                  <a:lnTo>
                    <a:pt x="423879" y="899440"/>
                  </a:lnTo>
                  <a:lnTo>
                    <a:pt x="397594" y="936077"/>
                  </a:lnTo>
                  <a:lnTo>
                    <a:pt x="372048" y="973271"/>
                  </a:lnTo>
                  <a:lnTo>
                    <a:pt x="347250" y="1011009"/>
                  </a:lnTo>
                  <a:lnTo>
                    <a:pt x="323213" y="1049282"/>
                  </a:lnTo>
                  <a:lnTo>
                    <a:pt x="299945" y="1088079"/>
                  </a:lnTo>
                  <a:lnTo>
                    <a:pt x="277459" y="1127389"/>
                  </a:lnTo>
                  <a:lnTo>
                    <a:pt x="255765" y="1167201"/>
                  </a:lnTo>
                  <a:lnTo>
                    <a:pt x="234873" y="1207504"/>
                  </a:lnTo>
                  <a:lnTo>
                    <a:pt x="214794" y="1248289"/>
                  </a:lnTo>
                  <a:lnTo>
                    <a:pt x="195539" y="1289544"/>
                  </a:lnTo>
                  <a:lnTo>
                    <a:pt x="177119" y="1331257"/>
                  </a:lnTo>
                  <a:lnTo>
                    <a:pt x="159545" y="1373420"/>
                  </a:lnTo>
                  <a:lnTo>
                    <a:pt x="142827" y="1416021"/>
                  </a:lnTo>
                  <a:lnTo>
                    <a:pt x="126975" y="1459049"/>
                  </a:lnTo>
                  <a:lnTo>
                    <a:pt x="112001" y="1502493"/>
                  </a:lnTo>
                  <a:lnTo>
                    <a:pt x="97916" y="1546343"/>
                  </a:lnTo>
                  <a:lnTo>
                    <a:pt x="84729" y="1590588"/>
                  </a:lnTo>
                  <a:lnTo>
                    <a:pt x="72453" y="1635218"/>
                  </a:lnTo>
                  <a:lnTo>
                    <a:pt x="61097" y="1680221"/>
                  </a:lnTo>
                  <a:lnTo>
                    <a:pt x="50672" y="1725587"/>
                  </a:lnTo>
                  <a:lnTo>
                    <a:pt x="41189" y="1771305"/>
                  </a:lnTo>
                  <a:lnTo>
                    <a:pt x="32658" y="1817364"/>
                  </a:lnTo>
                  <a:lnTo>
                    <a:pt x="25092" y="1863754"/>
                  </a:lnTo>
                  <a:lnTo>
                    <a:pt x="18499" y="1910465"/>
                  </a:lnTo>
                  <a:lnTo>
                    <a:pt x="12891" y="1957484"/>
                  </a:lnTo>
                  <a:lnTo>
                    <a:pt x="8279" y="2004802"/>
                  </a:lnTo>
                  <a:lnTo>
                    <a:pt x="4673" y="2052408"/>
                  </a:lnTo>
                  <a:lnTo>
                    <a:pt x="2084" y="2100291"/>
                  </a:lnTo>
                  <a:lnTo>
                    <a:pt x="522" y="2148441"/>
                  </a:lnTo>
                  <a:lnTo>
                    <a:pt x="0" y="2196845"/>
                  </a:lnTo>
                  <a:lnTo>
                    <a:pt x="2196845" y="2196845"/>
                  </a:lnTo>
                  <a:lnTo>
                    <a:pt x="2196845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55664" y="1129283"/>
              <a:ext cx="2197100" cy="2197100"/>
            </a:xfrm>
            <a:custGeom>
              <a:avLst/>
              <a:gdLst/>
              <a:ahLst/>
              <a:cxnLst/>
              <a:rect l="l" t="t" r="r" b="b"/>
              <a:pathLst>
                <a:path w="2197100" h="2197100">
                  <a:moveTo>
                    <a:pt x="0" y="2196845"/>
                  </a:moveTo>
                  <a:lnTo>
                    <a:pt x="522" y="2148441"/>
                  </a:lnTo>
                  <a:lnTo>
                    <a:pt x="2084" y="2100291"/>
                  </a:lnTo>
                  <a:lnTo>
                    <a:pt x="4673" y="2052408"/>
                  </a:lnTo>
                  <a:lnTo>
                    <a:pt x="8279" y="2004802"/>
                  </a:lnTo>
                  <a:lnTo>
                    <a:pt x="12891" y="1957484"/>
                  </a:lnTo>
                  <a:lnTo>
                    <a:pt x="18499" y="1910465"/>
                  </a:lnTo>
                  <a:lnTo>
                    <a:pt x="25092" y="1863754"/>
                  </a:lnTo>
                  <a:lnTo>
                    <a:pt x="32658" y="1817364"/>
                  </a:lnTo>
                  <a:lnTo>
                    <a:pt x="41189" y="1771305"/>
                  </a:lnTo>
                  <a:lnTo>
                    <a:pt x="50672" y="1725587"/>
                  </a:lnTo>
                  <a:lnTo>
                    <a:pt x="61097" y="1680221"/>
                  </a:lnTo>
                  <a:lnTo>
                    <a:pt x="72453" y="1635218"/>
                  </a:lnTo>
                  <a:lnTo>
                    <a:pt x="84729" y="1590588"/>
                  </a:lnTo>
                  <a:lnTo>
                    <a:pt x="97916" y="1546343"/>
                  </a:lnTo>
                  <a:lnTo>
                    <a:pt x="112001" y="1502493"/>
                  </a:lnTo>
                  <a:lnTo>
                    <a:pt x="126975" y="1459049"/>
                  </a:lnTo>
                  <a:lnTo>
                    <a:pt x="142827" y="1416021"/>
                  </a:lnTo>
                  <a:lnTo>
                    <a:pt x="159545" y="1373420"/>
                  </a:lnTo>
                  <a:lnTo>
                    <a:pt x="177119" y="1331257"/>
                  </a:lnTo>
                  <a:lnTo>
                    <a:pt x="195539" y="1289544"/>
                  </a:lnTo>
                  <a:lnTo>
                    <a:pt x="214794" y="1248289"/>
                  </a:lnTo>
                  <a:lnTo>
                    <a:pt x="234873" y="1207504"/>
                  </a:lnTo>
                  <a:lnTo>
                    <a:pt x="255765" y="1167201"/>
                  </a:lnTo>
                  <a:lnTo>
                    <a:pt x="277459" y="1127389"/>
                  </a:lnTo>
                  <a:lnTo>
                    <a:pt x="299945" y="1088079"/>
                  </a:lnTo>
                  <a:lnTo>
                    <a:pt x="323213" y="1049282"/>
                  </a:lnTo>
                  <a:lnTo>
                    <a:pt x="347250" y="1011009"/>
                  </a:lnTo>
                  <a:lnTo>
                    <a:pt x="372048" y="973271"/>
                  </a:lnTo>
                  <a:lnTo>
                    <a:pt x="397594" y="936077"/>
                  </a:lnTo>
                  <a:lnTo>
                    <a:pt x="423879" y="899440"/>
                  </a:lnTo>
                  <a:lnTo>
                    <a:pt x="450891" y="863369"/>
                  </a:lnTo>
                  <a:lnTo>
                    <a:pt x="478620" y="827876"/>
                  </a:lnTo>
                  <a:lnTo>
                    <a:pt x="507054" y="792970"/>
                  </a:lnTo>
                  <a:lnTo>
                    <a:pt x="536185" y="758664"/>
                  </a:lnTo>
                  <a:lnTo>
                    <a:pt x="565999" y="724967"/>
                  </a:lnTo>
                  <a:lnTo>
                    <a:pt x="596488" y="691890"/>
                  </a:lnTo>
                  <a:lnTo>
                    <a:pt x="627640" y="659444"/>
                  </a:lnTo>
                  <a:lnTo>
                    <a:pt x="659444" y="627640"/>
                  </a:lnTo>
                  <a:lnTo>
                    <a:pt x="691890" y="596488"/>
                  </a:lnTo>
                  <a:lnTo>
                    <a:pt x="724967" y="565999"/>
                  </a:lnTo>
                  <a:lnTo>
                    <a:pt x="758664" y="536185"/>
                  </a:lnTo>
                  <a:lnTo>
                    <a:pt x="792970" y="507054"/>
                  </a:lnTo>
                  <a:lnTo>
                    <a:pt x="827876" y="478620"/>
                  </a:lnTo>
                  <a:lnTo>
                    <a:pt x="863369" y="450891"/>
                  </a:lnTo>
                  <a:lnTo>
                    <a:pt x="899440" y="423879"/>
                  </a:lnTo>
                  <a:lnTo>
                    <a:pt x="936077" y="397594"/>
                  </a:lnTo>
                  <a:lnTo>
                    <a:pt x="973271" y="372048"/>
                  </a:lnTo>
                  <a:lnTo>
                    <a:pt x="1011009" y="347250"/>
                  </a:lnTo>
                  <a:lnTo>
                    <a:pt x="1049282" y="323213"/>
                  </a:lnTo>
                  <a:lnTo>
                    <a:pt x="1088079" y="299945"/>
                  </a:lnTo>
                  <a:lnTo>
                    <a:pt x="1127389" y="277459"/>
                  </a:lnTo>
                  <a:lnTo>
                    <a:pt x="1167201" y="255765"/>
                  </a:lnTo>
                  <a:lnTo>
                    <a:pt x="1207504" y="234873"/>
                  </a:lnTo>
                  <a:lnTo>
                    <a:pt x="1248289" y="214794"/>
                  </a:lnTo>
                  <a:lnTo>
                    <a:pt x="1289544" y="195539"/>
                  </a:lnTo>
                  <a:lnTo>
                    <a:pt x="1331257" y="177119"/>
                  </a:lnTo>
                  <a:lnTo>
                    <a:pt x="1373420" y="159545"/>
                  </a:lnTo>
                  <a:lnTo>
                    <a:pt x="1416021" y="142827"/>
                  </a:lnTo>
                  <a:lnTo>
                    <a:pt x="1459049" y="126975"/>
                  </a:lnTo>
                  <a:lnTo>
                    <a:pt x="1502493" y="112001"/>
                  </a:lnTo>
                  <a:lnTo>
                    <a:pt x="1546343" y="97916"/>
                  </a:lnTo>
                  <a:lnTo>
                    <a:pt x="1590588" y="84729"/>
                  </a:lnTo>
                  <a:lnTo>
                    <a:pt x="1635218" y="72453"/>
                  </a:lnTo>
                  <a:lnTo>
                    <a:pt x="1680221" y="61097"/>
                  </a:lnTo>
                  <a:lnTo>
                    <a:pt x="1725587" y="50672"/>
                  </a:lnTo>
                  <a:lnTo>
                    <a:pt x="1771305" y="41189"/>
                  </a:lnTo>
                  <a:lnTo>
                    <a:pt x="1817364" y="32658"/>
                  </a:lnTo>
                  <a:lnTo>
                    <a:pt x="1863754" y="25092"/>
                  </a:lnTo>
                  <a:lnTo>
                    <a:pt x="1910465" y="18499"/>
                  </a:lnTo>
                  <a:lnTo>
                    <a:pt x="1957484" y="12891"/>
                  </a:lnTo>
                  <a:lnTo>
                    <a:pt x="2004802" y="8279"/>
                  </a:lnTo>
                  <a:lnTo>
                    <a:pt x="2052408" y="4673"/>
                  </a:lnTo>
                  <a:lnTo>
                    <a:pt x="2100291" y="2084"/>
                  </a:lnTo>
                  <a:lnTo>
                    <a:pt x="2148441" y="522"/>
                  </a:lnTo>
                  <a:lnTo>
                    <a:pt x="2196845" y="0"/>
                  </a:lnTo>
                  <a:lnTo>
                    <a:pt x="2196845" y="2196845"/>
                  </a:lnTo>
                  <a:lnTo>
                    <a:pt x="0" y="21968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928866" y="2074545"/>
            <a:ext cx="1553845" cy="10610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635" algn="ctr">
              <a:lnSpc>
                <a:spcPct val="91500"/>
              </a:lnSpc>
              <a:spcBef>
                <a:spcPts val="345"/>
              </a:spcBef>
            </a:pPr>
            <a:r>
              <a:rPr sz="2400" i="0" spc="-25" dirty="0">
                <a:solidFill>
                  <a:srgbClr val="FFFFFF"/>
                </a:solidFill>
                <a:latin typeface="Calibri"/>
                <a:cs typeface="Calibri"/>
              </a:rPr>
              <a:t>Many-to- </a:t>
            </a:r>
            <a:r>
              <a:rPr sz="2400" i="0" spc="-20" dirty="0">
                <a:solidFill>
                  <a:srgbClr val="FFFFFF"/>
                </a:solidFill>
                <a:latin typeface="Calibri"/>
                <a:cs typeface="Calibri"/>
              </a:rPr>
              <a:t>Many </a:t>
            </a:r>
            <a:r>
              <a:rPr sz="2400" i="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799576" y="1023874"/>
            <a:ext cx="2459355" cy="2301875"/>
          </a:xfrm>
          <a:custGeom>
            <a:avLst/>
            <a:gdLst/>
            <a:ahLst/>
            <a:cxnLst/>
            <a:rect l="l" t="t" r="r" b="b"/>
            <a:pathLst>
              <a:path w="2459354" h="2301875">
                <a:moveTo>
                  <a:pt x="0" y="0"/>
                </a:moveTo>
                <a:lnTo>
                  <a:pt x="0" y="251078"/>
                </a:lnTo>
                <a:lnTo>
                  <a:pt x="48445" y="251642"/>
                </a:lnTo>
                <a:lnTo>
                  <a:pt x="96634" y="253325"/>
                </a:lnTo>
                <a:lnTo>
                  <a:pt x="144554" y="256115"/>
                </a:lnTo>
                <a:lnTo>
                  <a:pt x="192191" y="260001"/>
                </a:lnTo>
                <a:lnTo>
                  <a:pt x="239534" y="264970"/>
                </a:lnTo>
                <a:lnTo>
                  <a:pt x="286567" y="271010"/>
                </a:lnTo>
                <a:lnTo>
                  <a:pt x="333278" y="278110"/>
                </a:lnTo>
                <a:lnTo>
                  <a:pt x="379655" y="286258"/>
                </a:lnTo>
                <a:lnTo>
                  <a:pt x="425682" y="295442"/>
                </a:lnTo>
                <a:lnTo>
                  <a:pt x="471349" y="305649"/>
                </a:lnTo>
                <a:lnTo>
                  <a:pt x="516640" y="316868"/>
                </a:lnTo>
                <a:lnTo>
                  <a:pt x="561544" y="329087"/>
                </a:lnTo>
                <a:lnTo>
                  <a:pt x="606047" y="342294"/>
                </a:lnTo>
                <a:lnTo>
                  <a:pt x="650135" y="356477"/>
                </a:lnTo>
                <a:lnTo>
                  <a:pt x="693795" y="371624"/>
                </a:lnTo>
                <a:lnTo>
                  <a:pt x="737015" y="387723"/>
                </a:lnTo>
                <a:lnTo>
                  <a:pt x="779781" y="404763"/>
                </a:lnTo>
                <a:lnTo>
                  <a:pt x="822080" y="422731"/>
                </a:lnTo>
                <a:lnTo>
                  <a:pt x="863898" y="441615"/>
                </a:lnTo>
                <a:lnTo>
                  <a:pt x="905223" y="461404"/>
                </a:lnTo>
                <a:lnTo>
                  <a:pt x="946041" y="482085"/>
                </a:lnTo>
                <a:lnTo>
                  <a:pt x="986339" y="503647"/>
                </a:lnTo>
                <a:lnTo>
                  <a:pt x="1026105" y="526077"/>
                </a:lnTo>
                <a:lnTo>
                  <a:pt x="1065323" y="549364"/>
                </a:lnTo>
                <a:lnTo>
                  <a:pt x="1103982" y="573496"/>
                </a:lnTo>
                <a:lnTo>
                  <a:pt x="1142069" y="598461"/>
                </a:lnTo>
                <a:lnTo>
                  <a:pt x="1179569" y="624247"/>
                </a:lnTo>
                <a:lnTo>
                  <a:pt x="1216471" y="650841"/>
                </a:lnTo>
                <a:lnTo>
                  <a:pt x="1252760" y="678233"/>
                </a:lnTo>
                <a:lnTo>
                  <a:pt x="1288423" y="706410"/>
                </a:lnTo>
                <a:lnTo>
                  <a:pt x="1323448" y="735360"/>
                </a:lnTo>
                <a:lnTo>
                  <a:pt x="1357821" y="765071"/>
                </a:lnTo>
                <a:lnTo>
                  <a:pt x="1391529" y="795531"/>
                </a:lnTo>
                <a:lnTo>
                  <a:pt x="1424558" y="826729"/>
                </a:lnTo>
                <a:lnTo>
                  <a:pt x="1456896" y="858652"/>
                </a:lnTo>
                <a:lnTo>
                  <a:pt x="1488529" y="891289"/>
                </a:lnTo>
                <a:lnTo>
                  <a:pt x="1519444" y="924627"/>
                </a:lnTo>
                <a:lnTo>
                  <a:pt x="1549628" y="958655"/>
                </a:lnTo>
                <a:lnTo>
                  <a:pt x="1579068" y="993361"/>
                </a:lnTo>
                <a:lnTo>
                  <a:pt x="1607750" y="1028732"/>
                </a:lnTo>
                <a:lnTo>
                  <a:pt x="1635661" y="1064758"/>
                </a:lnTo>
                <a:lnTo>
                  <a:pt x="1662789" y="1101425"/>
                </a:lnTo>
                <a:lnTo>
                  <a:pt x="1689119" y="1138722"/>
                </a:lnTo>
                <a:lnTo>
                  <a:pt x="1714639" y="1176637"/>
                </a:lnTo>
                <a:lnTo>
                  <a:pt x="1739336" y="1215158"/>
                </a:lnTo>
                <a:lnTo>
                  <a:pt x="1763196" y="1254274"/>
                </a:lnTo>
                <a:lnTo>
                  <a:pt x="1786206" y="1293971"/>
                </a:lnTo>
                <a:lnTo>
                  <a:pt x="1808353" y="1334239"/>
                </a:lnTo>
                <a:lnTo>
                  <a:pt x="1829623" y="1375065"/>
                </a:lnTo>
                <a:lnTo>
                  <a:pt x="1850004" y="1416438"/>
                </a:lnTo>
                <a:lnTo>
                  <a:pt x="1869482" y="1458345"/>
                </a:lnTo>
                <a:lnTo>
                  <a:pt x="1888044" y="1500775"/>
                </a:lnTo>
                <a:lnTo>
                  <a:pt x="1905678" y="1543715"/>
                </a:lnTo>
                <a:lnTo>
                  <a:pt x="1922369" y="1587154"/>
                </a:lnTo>
                <a:lnTo>
                  <a:pt x="1938104" y="1631080"/>
                </a:lnTo>
                <a:lnTo>
                  <a:pt x="1952871" y="1675480"/>
                </a:lnTo>
                <a:lnTo>
                  <a:pt x="1966655" y="1720344"/>
                </a:lnTo>
                <a:lnTo>
                  <a:pt x="1979445" y="1765658"/>
                </a:lnTo>
                <a:lnTo>
                  <a:pt x="1991226" y="1811412"/>
                </a:lnTo>
                <a:lnTo>
                  <a:pt x="2001986" y="1857592"/>
                </a:lnTo>
                <a:lnTo>
                  <a:pt x="2011711" y="1904188"/>
                </a:lnTo>
                <a:lnTo>
                  <a:pt x="2020388" y="1951187"/>
                </a:lnTo>
                <a:lnTo>
                  <a:pt x="2028004" y="1998577"/>
                </a:lnTo>
                <a:lnTo>
                  <a:pt x="2034546" y="2046347"/>
                </a:lnTo>
                <a:lnTo>
                  <a:pt x="2040001" y="2094484"/>
                </a:lnTo>
                <a:lnTo>
                  <a:pt x="1873250" y="2094484"/>
                </a:lnTo>
                <a:lnTo>
                  <a:pt x="2176018" y="2301493"/>
                </a:lnTo>
                <a:lnTo>
                  <a:pt x="2458974" y="2094484"/>
                </a:lnTo>
                <a:lnTo>
                  <a:pt x="2292223" y="2094484"/>
                </a:lnTo>
                <a:lnTo>
                  <a:pt x="2287320" y="2045900"/>
                </a:lnTo>
                <a:lnTo>
                  <a:pt x="2281429" y="1997638"/>
                </a:lnTo>
                <a:lnTo>
                  <a:pt x="2274562" y="1949708"/>
                </a:lnTo>
                <a:lnTo>
                  <a:pt x="2266727" y="1902120"/>
                </a:lnTo>
                <a:lnTo>
                  <a:pt x="2257936" y="1854884"/>
                </a:lnTo>
                <a:lnTo>
                  <a:pt x="2248200" y="1808009"/>
                </a:lnTo>
                <a:lnTo>
                  <a:pt x="2237529" y="1761505"/>
                </a:lnTo>
                <a:lnTo>
                  <a:pt x="2225934" y="1715381"/>
                </a:lnTo>
                <a:lnTo>
                  <a:pt x="2213426" y="1669648"/>
                </a:lnTo>
                <a:lnTo>
                  <a:pt x="2200014" y="1624315"/>
                </a:lnTo>
                <a:lnTo>
                  <a:pt x="2185711" y="1579392"/>
                </a:lnTo>
                <a:lnTo>
                  <a:pt x="2170526" y="1534888"/>
                </a:lnTo>
                <a:lnTo>
                  <a:pt x="2154470" y="1490814"/>
                </a:lnTo>
                <a:lnTo>
                  <a:pt x="2137554" y="1447179"/>
                </a:lnTo>
                <a:lnTo>
                  <a:pt x="2119788" y="1403993"/>
                </a:lnTo>
                <a:lnTo>
                  <a:pt x="2101183" y="1361265"/>
                </a:lnTo>
                <a:lnTo>
                  <a:pt x="2081750" y="1319005"/>
                </a:lnTo>
                <a:lnTo>
                  <a:pt x="2061499" y="1277224"/>
                </a:lnTo>
                <a:lnTo>
                  <a:pt x="2040442" y="1235930"/>
                </a:lnTo>
                <a:lnTo>
                  <a:pt x="2018587" y="1195134"/>
                </a:lnTo>
                <a:lnTo>
                  <a:pt x="1995947" y="1154844"/>
                </a:lnTo>
                <a:lnTo>
                  <a:pt x="1972532" y="1115072"/>
                </a:lnTo>
                <a:lnTo>
                  <a:pt x="1948353" y="1075826"/>
                </a:lnTo>
                <a:lnTo>
                  <a:pt x="1923420" y="1037117"/>
                </a:lnTo>
                <a:lnTo>
                  <a:pt x="1897744" y="998953"/>
                </a:lnTo>
                <a:lnTo>
                  <a:pt x="1871335" y="961346"/>
                </a:lnTo>
                <a:lnTo>
                  <a:pt x="1844204" y="924304"/>
                </a:lnTo>
                <a:lnTo>
                  <a:pt x="1816362" y="887837"/>
                </a:lnTo>
                <a:lnTo>
                  <a:pt x="1787820" y="851956"/>
                </a:lnTo>
                <a:lnTo>
                  <a:pt x="1758587" y="816669"/>
                </a:lnTo>
                <a:lnTo>
                  <a:pt x="1728676" y="781986"/>
                </a:lnTo>
                <a:lnTo>
                  <a:pt x="1698095" y="747918"/>
                </a:lnTo>
                <a:lnTo>
                  <a:pt x="1666857" y="714473"/>
                </a:lnTo>
                <a:lnTo>
                  <a:pt x="1634971" y="681663"/>
                </a:lnTo>
                <a:lnTo>
                  <a:pt x="1602449" y="649495"/>
                </a:lnTo>
                <a:lnTo>
                  <a:pt x="1569301" y="617981"/>
                </a:lnTo>
                <a:lnTo>
                  <a:pt x="1535537" y="587129"/>
                </a:lnTo>
                <a:lnTo>
                  <a:pt x="1501169" y="556950"/>
                </a:lnTo>
                <a:lnTo>
                  <a:pt x="1466206" y="527454"/>
                </a:lnTo>
                <a:lnTo>
                  <a:pt x="1430660" y="498649"/>
                </a:lnTo>
                <a:lnTo>
                  <a:pt x="1394541" y="470546"/>
                </a:lnTo>
                <a:lnTo>
                  <a:pt x="1357860" y="443155"/>
                </a:lnTo>
                <a:lnTo>
                  <a:pt x="1320628" y="416485"/>
                </a:lnTo>
                <a:lnTo>
                  <a:pt x="1282854" y="390546"/>
                </a:lnTo>
                <a:lnTo>
                  <a:pt x="1244551" y="365347"/>
                </a:lnTo>
                <a:lnTo>
                  <a:pt x="1205727" y="340899"/>
                </a:lnTo>
                <a:lnTo>
                  <a:pt x="1166395" y="317211"/>
                </a:lnTo>
                <a:lnTo>
                  <a:pt x="1126565" y="294293"/>
                </a:lnTo>
                <a:lnTo>
                  <a:pt x="1086247" y="272154"/>
                </a:lnTo>
                <a:lnTo>
                  <a:pt x="1045452" y="250805"/>
                </a:lnTo>
                <a:lnTo>
                  <a:pt x="1004190" y="230255"/>
                </a:lnTo>
                <a:lnTo>
                  <a:pt x="962473" y="210513"/>
                </a:lnTo>
                <a:lnTo>
                  <a:pt x="920311" y="191590"/>
                </a:lnTo>
                <a:lnTo>
                  <a:pt x="877714" y="173496"/>
                </a:lnTo>
                <a:lnTo>
                  <a:pt x="834694" y="156239"/>
                </a:lnTo>
                <a:lnTo>
                  <a:pt x="791260" y="139830"/>
                </a:lnTo>
                <a:lnTo>
                  <a:pt x="747424" y="124278"/>
                </a:lnTo>
                <a:lnTo>
                  <a:pt x="703197" y="109594"/>
                </a:lnTo>
                <a:lnTo>
                  <a:pt x="658588" y="95786"/>
                </a:lnTo>
                <a:lnTo>
                  <a:pt x="613608" y="82865"/>
                </a:lnTo>
                <a:lnTo>
                  <a:pt x="568269" y="70840"/>
                </a:lnTo>
                <a:lnTo>
                  <a:pt x="522580" y="59722"/>
                </a:lnTo>
                <a:lnTo>
                  <a:pt x="476553" y="49519"/>
                </a:lnTo>
                <a:lnTo>
                  <a:pt x="430198" y="40241"/>
                </a:lnTo>
                <a:lnTo>
                  <a:pt x="383525" y="31899"/>
                </a:lnTo>
                <a:lnTo>
                  <a:pt x="336546" y="24502"/>
                </a:lnTo>
                <a:lnTo>
                  <a:pt x="289271" y="18060"/>
                </a:lnTo>
                <a:lnTo>
                  <a:pt x="241710" y="12582"/>
                </a:lnTo>
                <a:lnTo>
                  <a:pt x="193875" y="8078"/>
                </a:lnTo>
                <a:lnTo>
                  <a:pt x="145776" y="4558"/>
                </a:lnTo>
                <a:lnTo>
                  <a:pt x="97423" y="2032"/>
                </a:lnTo>
                <a:lnTo>
                  <a:pt x="48827" y="50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99576" y="3473196"/>
            <a:ext cx="2301875" cy="2459355"/>
          </a:xfrm>
          <a:custGeom>
            <a:avLst/>
            <a:gdLst/>
            <a:ahLst/>
            <a:cxnLst/>
            <a:rect l="l" t="t" r="r" b="b"/>
            <a:pathLst>
              <a:path w="2301875" h="2459354">
                <a:moveTo>
                  <a:pt x="2301494" y="0"/>
                </a:moveTo>
                <a:lnTo>
                  <a:pt x="2050415" y="0"/>
                </a:lnTo>
                <a:lnTo>
                  <a:pt x="2049851" y="48445"/>
                </a:lnTo>
                <a:lnTo>
                  <a:pt x="2048168" y="96634"/>
                </a:lnTo>
                <a:lnTo>
                  <a:pt x="2045378" y="144554"/>
                </a:lnTo>
                <a:lnTo>
                  <a:pt x="2041492" y="192191"/>
                </a:lnTo>
                <a:lnTo>
                  <a:pt x="2036523" y="239534"/>
                </a:lnTo>
                <a:lnTo>
                  <a:pt x="2030483" y="286567"/>
                </a:lnTo>
                <a:lnTo>
                  <a:pt x="2023383" y="333278"/>
                </a:lnTo>
                <a:lnTo>
                  <a:pt x="2015235" y="379655"/>
                </a:lnTo>
                <a:lnTo>
                  <a:pt x="2006051" y="425682"/>
                </a:lnTo>
                <a:lnTo>
                  <a:pt x="1995844" y="471349"/>
                </a:lnTo>
                <a:lnTo>
                  <a:pt x="1984625" y="516640"/>
                </a:lnTo>
                <a:lnTo>
                  <a:pt x="1972406" y="561544"/>
                </a:lnTo>
                <a:lnTo>
                  <a:pt x="1959199" y="606047"/>
                </a:lnTo>
                <a:lnTo>
                  <a:pt x="1945016" y="650135"/>
                </a:lnTo>
                <a:lnTo>
                  <a:pt x="1929869" y="693795"/>
                </a:lnTo>
                <a:lnTo>
                  <a:pt x="1913770" y="737015"/>
                </a:lnTo>
                <a:lnTo>
                  <a:pt x="1896730" y="779781"/>
                </a:lnTo>
                <a:lnTo>
                  <a:pt x="1878762" y="822080"/>
                </a:lnTo>
                <a:lnTo>
                  <a:pt x="1859878" y="863898"/>
                </a:lnTo>
                <a:lnTo>
                  <a:pt x="1840089" y="905223"/>
                </a:lnTo>
                <a:lnTo>
                  <a:pt x="1819408" y="946041"/>
                </a:lnTo>
                <a:lnTo>
                  <a:pt x="1797846" y="986339"/>
                </a:lnTo>
                <a:lnTo>
                  <a:pt x="1775416" y="1026105"/>
                </a:lnTo>
                <a:lnTo>
                  <a:pt x="1752129" y="1065323"/>
                </a:lnTo>
                <a:lnTo>
                  <a:pt x="1727997" y="1103982"/>
                </a:lnTo>
                <a:lnTo>
                  <a:pt x="1703032" y="1142069"/>
                </a:lnTo>
                <a:lnTo>
                  <a:pt x="1677246" y="1179569"/>
                </a:lnTo>
                <a:lnTo>
                  <a:pt x="1650652" y="1216471"/>
                </a:lnTo>
                <a:lnTo>
                  <a:pt x="1623260" y="1252760"/>
                </a:lnTo>
                <a:lnTo>
                  <a:pt x="1595083" y="1288423"/>
                </a:lnTo>
                <a:lnTo>
                  <a:pt x="1566133" y="1323448"/>
                </a:lnTo>
                <a:lnTo>
                  <a:pt x="1536422" y="1357821"/>
                </a:lnTo>
                <a:lnTo>
                  <a:pt x="1505962" y="1391529"/>
                </a:lnTo>
                <a:lnTo>
                  <a:pt x="1474764" y="1424558"/>
                </a:lnTo>
                <a:lnTo>
                  <a:pt x="1442841" y="1456896"/>
                </a:lnTo>
                <a:lnTo>
                  <a:pt x="1410204" y="1488529"/>
                </a:lnTo>
                <a:lnTo>
                  <a:pt x="1376866" y="1519444"/>
                </a:lnTo>
                <a:lnTo>
                  <a:pt x="1342838" y="1549628"/>
                </a:lnTo>
                <a:lnTo>
                  <a:pt x="1308132" y="1579068"/>
                </a:lnTo>
                <a:lnTo>
                  <a:pt x="1272761" y="1607750"/>
                </a:lnTo>
                <a:lnTo>
                  <a:pt x="1236735" y="1635661"/>
                </a:lnTo>
                <a:lnTo>
                  <a:pt x="1200068" y="1662789"/>
                </a:lnTo>
                <a:lnTo>
                  <a:pt x="1162771" y="1689119"/>
                </a:lnTo>
                <a:lnTo>
                  <a:pt x="1124856" y="1714639"/>
                </a:lnTo>
                <a:lnTo>
                  <a:pt x="1086335" y="1739336"/>
                </a:lnTo>
                <a:lnTo>
                  <a:pt x="1047219" y="1763196"/>
                </a:lnTo>
                <a:lnTo>
                  <a:pt x="1007522" y="1786206"/>
                </a:lnTo>
                <a:lnTo>
                  <a:pt x="967254" y="1808353"/>
                </a:lnTo>
                <a:lnTo>
                  <a:pt x="926428" y="1829623"/>
                </a:lnTo>
                <a:lnTo>
                  <a:pt x="885055" y="1850004"/>
                </a:lnTo>
                <a:lnTo>
                  <a:pt x="843148" y="1869482"/>
                </a:lnTo>
                <a:lnTo>
                  <a:pt x="800718" y="1888044"/>
                </a:lnTo>
                <a:lnTo>
                  <a:pt x="757778" y="1905678"/>
                </a:lnTo>
                <a:lnTo>
                  <a:pt x="714339" y="1922369"/>
                </a:lnTo>
                <a:lnTo>
                  <a:pt x="670413" y="1938104"/>
                </a:lnTo>
                <a:lnTo>
                  <a:pt x="626013" y="1952871"/>
                </a:lnTo>
                <a:lnTo>
                  <a:pt x="581149" y="1966655"/>
                </a:lnTo>
                <a:lnTo>
                  <a:pt x="535835" y="1979445"/>
                </a:lnTo>
                <a:lnTo>
                  <a:pt x="490081" y="1991226"/>
                </a:lnTo>
                <a:lnTo>
                  <a:pt x="443901" y="2001986"/>
                </a:lnTo>
                <a:lnTo>
                  <a:pt x="397305" y="2011711"/>
                </a:lnTo>
                <a:lnTo>
                  <a:pt x="350306" y="2020388"/>
                </a:lnTo>
                <a:lnTo>
                  <a:pt x="302916" y="2028004"/>
                </a:lnTo>
                <a:lnTo>
                  <a:pt x="255146" y="2034546"/>
                </a:lnTo>
                <a:lnTo>
                  <a:pt x="207009" y="2040001"/>
                </a:lnTo>
                <a:lnTo>
                  <a:pt x="207009" y="1873250"/>
                </a:lnTo>
                <a:lnTo>
                  <a:pt x="0" y="2175967"/>
                </a:lnTo>
                <a:lnTo>
                  <a:pt x="207009" y="2459012"/>
                </a:lnTo>
                <a:lnTo>
                  <a:pt x="207009" y="2292184"/>
                </a:lnTo>
                <a:lnTo>
                  <a:pt x="255593" y="2287285"/>
                </a:lnTo>
                <a:lnTo>
                  <a:pt x="303855" y="2281397"/>
                </a:lnTo>
                <a:lnTo>
                  <a:pt x="351785" y="2274532"/>
                </a:lnTo>
                <a:lnTo>
                  <a:pt x="399373" y="2266700"/>
                </a:lnTo>
                <a:lnTo>
                  <a:pt x="446609" y="2257912"/>
                </a:lnTo>
                <a:lnTo>
                  <a:pt x="493484" y="2248179"/>
                </a:lnTo>
                <a:lnTo>
                  <a:pt x="539988" y="2237510"/>
                </a:lnTo>
                <a:lnTo>
                  <a:pt x="586112" y="2225917"/>
                </a:lnTo>
                <a:lnTo>
                  <a:pt x="631845" y="2213411"/>
                </a:lnTo>
                <a:lnTo>
                  <a:pt x="677178" y="2200002"/>
                </a:lnTo>
                <a:lnTo>
                  <a:pt x="722101" y="2185700"/>
                </a:lnTo>
                <a:lnTo>
                  <a:pt x="766605" y="2170517"/>
                </a:lnTo>
                <a:lnTo>
                  <a:pt x="810679" y="2154463"/>
                </a:lnTo>
                <a:lnTo>
                  <a:pt x="854314" y="2137548"/>
                </a:lnTo>
                <a:lnTo>
                  <a:pt x="897500" y="2119784"/>
                </a:lnTo>
                <a:lnTo>
                  <a:pt x="940228" y="2101180"/>
                </a:lnTo>
                <a:lnTo>
                  <a:pt x="982488" y="2081749"/>
                </a:lnTo>
                <a:lnTo>
                  <a:pt x="1024269" y="2061499"/>
                </a:lnTo>
                <a:lnTo>
                  <a:pt x="1065563" y="2040442"/>
                </a:lnTo>
                <a:lnTo>
                  <a:pt x="1106359" y="2018589"/>
                </a:lnTo>
                <a:lnTo>
                  <a:pt x="1146649" y="1995950"/>
                </a:lnTo>
                <a:lnTo>
                  <a:pt x="1186421" y="1972536"/>
                </a:lnTo>
                <a:lnTo>
                  <a:pt x="1225667" y="1948358"/>
                </a:lnTo>
                <a:lnTo>
                  <a:pt x="1264376" y="1923425"/>
                </a:lnTo>
                <a:lnTo>
                  <a:pt x="1302540" y="1897750"/>
                </a:lnTo>
                <a:lnTo>
                  <a:pt x="1340147" y="1871341"/>
                </a:lnTo>
                <a:lnTo>
                  <a:pt x="1377189" y="1844211"/>
                </a:lnTo>
                <a:lnTo>
                  <a:pt x="1413656" y="1816370"/>
                </a:lnTo>
                <a:lnTo>
                  <a:pt x="1449537" y="1787828"/>
                </a:lnTo>
                <a:lnTo>
                  <a:pt x="1484824" y="1758596"/>
                </a:lnTo>
                <a:lnTo>
                  <a:pt x="1519507" y="1728684"/>
                </a:lnTo>
                <a:lnTo>
                  <a:pt x="1553575" y="1698104"/>
                </a:lnTo>
                <a:lnTo>
                  <a:pt x="1587020" y="1666866"/>
                </a:lnTo>
                <a:lnTo>
                  <a:pt x="1619830" y="1634981"/>
                </a:lnTo>
                <a:lnTo>
                  <a:pt x="1651998" y="1602459"/>
                </a:lnTo>
                <a:lnTo>
                  <a:pt x="1683512" y="1569310"/>
                </a:lnTo>
                <a:lnTo>
                  <a:pt x="1714364" y="1535547"/>
                </a:lnTo>
                <a:lnTo>
                  <a:pt x="1744543" y="1501178"/>
                </a:lnTo>
                <a:lnTo>
                  <a:pt x="1774039" y="1466215"/>
                </a:lnTo>
                <a:lnTo>
                  <a:pt x="1802844" y="1430669"/>
                </a:lnTo>
                <a:lnTo>
                  <a:pt x="1830947" y="1394550"/>
                </a:lnTo>
                <a:lnTo>
                  <a:pt x="1858338" y="1357869"/>
                </a:lnTo>
                <a:lnTo>
                  <a:pt x="1885008" y="1320636"/>
                </a:lnTo>
                <a:lnTo>
                  <a:pt x="1910947" y="1282863"/>
                </a:lnTo>
                <a:lnTo>
                  <a:pt x="1936146" y="1244559"/>
                </a:lnTo>
                <a:lnTo>
                  <a:pt x="1960594" y="1205735"/>
                </a:lnTo>
                <a:lnTo>
                  <a:pt x="1984282" y="1166403"/>
                </a:lnTo>
                <a:lnTo>
                  <a:pt x="2007200" y="1126572"/>
                </a:lnTo>
                <a:lnTo>
                  <a:pt x="2029339" y="1086254"/>
                </a:lnTo>
                <a:lnTo>
                  <a:pt x="2050688" y="1045458"/>
                </a:lnTo>
                <a:lnTo>
                  <a:pt x="2071238" y="1004196"/>
                </a:lnTo>
                <a:lnTo>
                  <a:pt x="2090980" y="962479"/>
                </a:lnTo>
                <a:lnTo>
                  <a:pt x="2109903" y="920316"/>
                </a:lnTo>
                <a:lnTo>
                  <a:pt x="2127997" y="877719"/>
                </a:lnTo>
                <a:lnTo>
                  <a:pt x="2145254" y="834699"/>
                </a:lnTo>
                <a:lnTo>
                  <a:pt x="2161663" y="791265"/>
                </a:lnTo>
                <a:lnTo>
                  <a:pt x="2177215" y="747428"/>
                </a:lnTo>
                <a:lnTo>
                  <a:pt x="2191899" y="703200"/>
                </a:lnTo>
                <a:lnTo>
                  <a:pt x="2205707" y="658591"/>
                </a:lnTo>
                <a:lnTo>
                  <a:pt x="2218628" y="613611"/>
                </a:lnTo>
                <a:lnTo>
                  <a:pt x="2230653" y="568271"/>
                </a:lnTo>
                <a:lnTo>
                  <a:pt x="2241771" y="522582"/>
                </a:lnTo>
                <a:lnTo>
                  <a:pt x="2251974" y="476555"/>
                </a:lnTo>
                <a:lnTo>
                  <a:pt x="2261252" y="430199"/>
                </a:lnTo>
                <a:lnTo>
                  <a:pt x="2269594" y="383526"/>
                </a:lnTo>
                <a:lnTo>
                  <a:pt x="2276991" y="336547"/>
                </a:lnTo>
                <a:lnTo>
                  <a:pt x="2283433" y="289271"/>
                </a:lnTo>
                <a:lnTo>
                  <a:pt x="2288911" y="241711"/>
                </a:lnTo>
                <a:lnTo>
                  <a:pt x="2293415" y="193875"/>
                </a:lnTo>
                <a:lnTo>
                  <a:pt x="2296935" y="145776"/>
                </a:lnTo>
                <a:lnTo>
                  <a:pt x="2299461" y="97423"/>
                </a:lnTo>
                <a:lnTo>
                  <a:pt x="2300984" y="48827"/>
                </a:lnTo>
                <a:lnTo>
                  <a:pt x="2301494" y="0"/>
                </a:lnTo>
                <a:close/>
              </a:path>
            </a:pathLst>
          </a:custGeom>
          <a:solidFill>
            <a:srgbClr val="52C9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92773" y="3473196"/>
            <a:ext cx="2459355" cy="2301875"/>
          </a:xfrm>
          <a:custGeom>
            <a:avLst/>
            <a:gdLst/>
            <a:ahLst/>
            <a:cxnLst/>
            <a:rect l="l" t="t" r="r" b="b"/>
            <a:pathLst>
              <a:path w="2459354" h="2301875">
                <a:moveTo>
                  <a:pt x="282955" y="0"/>
                </a:moveTo>
                <a:lnTo>
                  <a:pt x="0" y="207009"/>
                </a:lnTo>
                <a:lnTo>
                  <a:pt x="166750" y="207009"/>
                </a:lnTo>
                <a:lnTo>
                  <a:pt x="171653" y="255594"/>
                </a:lnTo>
                <a:lnTo>
                  <a:pt x="177544" y="303855"/>
                </a:lnTo>
                <a:lnTo>
                  <a:pt x="184411" y="351785"/>
                </a:lnTo>
                <a:lnTo>
                  <a:pt x="192246" y="399373"/>
                </a:lnTo>
                <a:lnTo>
                  <a:pt x="201037" y="446609"/>
                </a:lnTo>
                <a:lnTo>
                  <a:pt x="210773" y="493484"/>
                </a:lnTo>
                <a:lnTo>
                  <a:pt x="221444" y="539989"/>
                </a:lnTo>
                <a:lnTo>
                  <a:pt x="233039" y="586112"/>
                </a:lnTo>
                <a:lnTo>
                  <a:pt x="245547" y="631846"/>
                </a:lnTo>
                <a:lnTo>
                  <a:pt x="258959" y="677179"/>
                </a:lnTo>
                <a:lnTo>
                  <a:pt x="273262" y="722102"/>
                </a:lnTo>
                <a:lnTo>
                  <a:pt x="288447" y="766606"/>
                </a:lnTo>
                <a:lnTo>
                  <a:pt x="304503" y="810680"/>
                </a:lnTo>
                <a:lnTo>
                  <a:pt x="321419" y="854315"/>
                </a:lnTo>
                <a:lnTo>
                  <a:pt x="339185" y="897502"/>
                </a:lnTo>
                <a:lnTo>
                  <a:pt x="357790" y="940230"/>
                </a:lnTo>
                <a:lnTo>
                  <a:pt x="377223" y="982489"/>
                </a:lnTo>
                <a:lnTo>
                  <a:pt x="397474" y="1024271"/>
                </a:lnTo>
                <a:lnTo>
                  <a:pt x="418531" y="1065565"/>
                </a:lnTo>
                <a:lnTo>
                  <a:pt x="440386" y="1106362"/>
                </a:lnTo>
                <a:lnTo>
                  <a:pt x="463026" y="1146651"/>
                </a:lnTo>
                <a:lnTo>
                  <a:pt x="486441" y="1186424"/>
                </a:lnTo>
                <a:lnTo>
                  <a:pt x="510620" y="1225670"/>
                </a:lnTo>
                <a:lnTo>
                  <a:pt x="535553" y="1264379"/>
                </a:lnTo>
                <a:lnTo>
                  <a:pt x="561229" y="1302543"/>
                </a:lnTo>
                <a:lnTo>
                  <a:pt x="587638" y="1340151"/>
                </a:lnTo>
                <a:lnTo>
                  <a:pt x="614769" y="1377193"/>
                </a:lnTo>
                <a:lnTo>
                  <a:pt x="642611" y="1413660"/>
                </a:lnTo>
                <a:lnTo>
                  <a:pt x="671153" y="1449542"/>
                </a:lnTo>
                <a:lnTo>
                  <a:pt x="700386" y="1484829"/>
                </a:lnTo>
                <a:lnTo>
                  <a:pt x="730297" y="1519512"/>
                </a:lnTo>
                <a:lnTo>
                  <a:pt x="760878" y="1553580"/>
                </a:lnTo>
                <a:lnTo>
                  <a:pt x="792116" y="1587025"/>
                </a:lnTo>
                <a:lnTo>
                  <a:pt x="824002" y="1619836"/>
                </a:lnTo>
                <a:lnTo>
                  <a:pt x="856524" y="1652004"/>
                </a:lnTo>
                <a:lnTo>
                  <a:pt x="889672" y="1683518"/>
                </a:lnTo>
                <a:lnTo>
                  <a:pt x="923436" y="1714370"/>
                </a:lnTo>
                <a:lnTo>
                  <a:pt x="957804" y="1744549"/>
                </a:lnTo>
                <a:lnTo>
                  <a:pt x="992767" y="1774046"/>
                </a:lnTo>
                <a:lnTo>
                  <a:pt x="1028313" y="1802851"/>
                </a:lnTo>
                <a:lnTo>
                  <a:pt x="1064432" y="1830954"/>
                </a:lnTo>
                <a:lnTo>
                  <a:pt x="1101113" y="1858346"/>
                </a:lnTo>
                <a:lnTo>
                  <a:pt x="1138345" y="1885016"/>
                </a:lnTo>
                <a:lnTo>
                  <a:pt x="1176119" y="1910956"/>
                </a:lnTo>
                <a:lnTo>
                  <a:pt x="1214422" y="1936154"/>
                </a:lnTo>
                <a:lnTo>
                  <a:pt x="1253246" y="1960603"/>
                </a:lnTo>
                <a:lnTo>
                  <a:pt x="1292578" y="1984291"/>
                </a:lnTo>
                <a:lnTo>
                  <a:pt x="1332408" y="2007209"/>
                </a:lnTo>
                <a:lnTo>
                  <a:pt x="1372726" y="2029348"/>
                </a:lnTo>
                <a:lnTo>
                  <a:pt x="1413521" y="2050698"/>
                </a:lnTo>
                <a:lnTo>
                  <a:pt x="1454783" y="2071248"/>
                </a:lnTo>
                <a:lnTo>
                  <a:pt x="1496500" y="2090990"/>
                </a:lnTo>
                <a:lnTo>
                  <a:pt x="1538662" y="2109913"/>
                </a:lnTo>
                <a:lnTo>
                  <a:pt x="1581259" y="2128008"/>
                </a:lnTo>
                <a:lnTo>
                  <a:pt x="1624279" y="2145265"/>
                </a:lnTo>
                <a:lnTo>
                  <a:pt x="1667713" y="2161674"/>
                </a:lnTo>
                <a:lnTo>
                  <a:pt x="1711549" y="2177226"/>
                </a:lnTo>
                <a:lnTo>
                  <a:pt x="1755776" y="2191911"/>
                </a:lnTo>
                <a:lnTo>
                  <a:pt x="1800385" y="2205719"/>
                </a:lnTo>
                <a:lnTo>
                  <a:pt x="1845365" y="2218640"/>
                </a:lnTo>
                <a:lnTo>
                  <a:pt x="1890704" y="2230665"/>
                </a:lnTo>
                <a:lnTo>
                  <a:pt x="1936393" y="2241783"/>
                </a:lnTo>
                <a:lnTo>
                  <a:pt x="1982420" y="2251986"/>
                </a:lnTo>
                <a:lnTo>
                  <a:pt x="2028775" y="2261264"/>
                </a:lnTo>
                <a:lnTo>
                  <a:pt x="2075448" y="2269606"/>
                </a:lnTo>
                <a:lnTo>
                  <a:pt x="2122427" y="2277003"/>
                </a:lnTo>
                <a:lnTo>
                  <a:pt x="2169702" y="2283446"/>
                </a:lnTo>
                <a:lnTo>
                  <a:pt x="2217263" y="2288924"/>
                </a:lnTo>
                <a:lnTo>
                  <a:pt x="2265098" y="2293427"/>
                </a:lnTo>
                <a:lnTo>
                  <a:pt x="2313197" y="2296947"/>
                </a:lnTo>
                <a:lnTo>
                  <a:pt x="2361550" y="2299474"/>
                </a:lnTo>
                <a:lnTo>
                  <a:pt x="2410146" y="2300996"/>
                </a:lnTo>
                <a:lnTo>
                  <a:pt x="2458974" y="2301506"/>
                </a:lnTo>
                <a:lnTo>
                  <a:pt x="2458974" y="2050414"/>
                </a:lnTo>
                <a:lnTo>
                  <a:pt x="2410528" y="2049851"/>
                </a:lnTo>
                <a:lnTo>
                  <a:pt x="2362339" y="2048168"/>
                </a:lnTo>
                <a:lnTo>
                  <a:pt x="2314419" y="2045378"/>
                </a:lnTo>
                <a:lnTo>
                  <a:pt x="2266782" y="2041492"/>
                </a:lnTo>
                <a:lnTo>
                  <a:pt x="2219439" y="2036523"/>
                </a:lnTo>
                <a:lnTo>
                  <a:pt x="2172406" y="2030483"/>
                </a:lnTo>
                <a:lnTo>
                  <a:pt x="2125695" y="2023383"/>
                </a:lnTo>
                <a:lnTo>
                  <a:pt x="2079318" y="2015235"/>
                </a:lnTo>
                <a:lnTo>
                  <a:pt x="2033291" y="2006051"/>
                </a:lnTo>
                <a:lnTo>
                  <a:pt x="1987624" y="1995844"/>
                </a:lnTo>
                <a:lnTo>
                  <a:pt x="1942333" y="1984625"/>
                </a:lnTo>
                <a:lnTo>
                  <a:pt x="1897429" y="1972406"/>
                </a:lnTo>
                <a:lnTo>
                  <a:pt x="1852926" y="1959199"/>
                </a:lnTo>
                <a:lnTo>
                  <a:pt x="1808838" y="1945016"/>
                </a:lnTo>
                <a:lnTo>
                  <a:pt x="1765178" y="1929869"/>
                </a:lnTo>
                <a:lnTo>
                  <a:pt x="1721958" y="1913770"/>
                </a:lnTo>
                <a:lnTo>
                  <a:pt x="1679192" y="1896730"/>
                </a:lnTo>
                <a:lnTo>
                  <a:pt x="1636893" y="1878762"/>
                </a:lnTo>
                <a:lnTo>
                  <a:pt x="1595075" y="1859878"/>
                </a:lnTo>
                <a:lnTo>
                  <a:pt x="1553750" y="1840089"/>
                </a:lnTo>
                <a:lnTo>
                  <a:pt x="1512932" y="1819408"/>
                </a:lnTo>
                <a:lnTo>
                  <a:pt x="1472634" y="1797846"/>
                </a:lnTo>
                <a:lnTo>
                  <a:pt x="1432868" y="1775416"/>
                </a:lnTo>
                <a:lnTo>
                  <a:pt x="1393650" y="1752129"/>
                </a:lnTo>
                <a:lnTo>
                  <a:pt x="1354991" y="1727997"/>
                </a:lnTo>
                <a:lnTo>
                  <a:pt x="1316904" y="1703032"/>
                </a:lnTo>
                <a:lnTo>
                  <a:pt x="1279404" y="1677246"/>
                </a:lnTo>
                <a:lnTo>
                  <a:pt x="1242502" y="1650652"/>
                </a:lnTo>
                <a:lnTo>
                  <a:pt x="1206213" y="1623260"/>
                </a:lnTo>
                <a:lnTo>
                  <a:pt x="1170550" y="1595083"/>
                </a:lnTo>
                <a:lnTo>
                  <a:pt x="1135525" y="1566133"/>
                </a:lnTo>
                <a:lnTo>
                  <a:pt x="1101152" y="1536422"/>
                </a:lnTo>
                <a:lnTo>
                  <a:pt x="1067444" y="1505962"/>
                </a:lnTo>
                <a:lnTo>
                  <a:pt x="1034415" y="1474764"/>
                </a:lnTo>
                <a:lnTo>
                  <a:pt x="1002077" y="1442841"/>
                </a:lnTo>
                <a:lnTo>
                  <a:pt x="970444" y="1410204"/>
                </a:lnTo>
                <a:lnTo>
                  <a:pt x="939529" y="1376866"/>
                </a:lnTo>
                <a:lnTo>
                  <a:pt x="909345" y="1342838"/>
                </a:lnTo>
                <a:lnTo>
                  <a:pt x="879905" y="1308132"/>
                </a:lnTo>
                <a:lnTo>
                  <a:pt x="851223" y="1272761"/>
                </a:lnTo>
                <a:lnTo>
                  <a:pt x="823312" y="1236735"/>
                </a:lnTo>
                <a:lnTo>
                  <a:pt x="796184" y="1200068"/>
                </a:lnTo>
                <a:lnTo>
                  <a:pt x="769854" y="1162771"/>
                </a:lnTo>
                <a:lnTo>
                  <a:pt x="744334" y="1124856"/>
                </a:lnTo>
                <a:lnTo>
                  <a:pt x="719637" y="1086335"/>
                </a:lnTo>
                <a:lnTo>
                  <a:pt x="695777" y="1047219"/>
                </a:lnTo>
                <a:lnTo>
                  <a:pt x="672767" y="1007522"/>
                </a:lnTo>
                <a:lnTo>
                  <a:pt x="650620" y="967254"/>
                </a:lnTo>
                <a:lnTo>
                  <a:pt x="629350" y="926428"/>
                </a:lnTo>
                <a:lnTo>
                  <a:pt x="608969" y="885055"/>
                </a:lnTo>
                <a:lnTo>
                  <a:pt x="589491" y="843148"/>
                </a:lnTo>
                <a:lnTo>
                  <a:pt x="570929" y="800718"/>
                </a:lnTo>
                <a:lnTo>
                  <a:pt x="553295" y="757778"/>
                </a:lnTo>
                <a:lnTo>
                  <a:pt x="536604" y="714339"/>
                </a:lnTo>
                <a:lnTo>
                  <a:pt x="520869" y="670413"/>
                </a:lnTo>
                <a:lnTo>
                  <a:pt x="506102" y="626013"/>
                </a:lnTo>
                <a:lnTo>
                  <a:pt x="492318" y="581149"/>
                </a:lnTo>
                <a:lnTo>
                  <a:pt x="479528" y="535835"/>
                </a:lnTo>
                <a:lnTo>
                  <a:pt x="467747" y="490081"/>
                </a:lnTo>
                <a:lnTo>
                  <a:pt x="456987" y="443901"/>
                </a:lnTo>
                <a:lnTo>
                  <a:pt x="447262" y="397305"/>
                </a:lnTo>
                <a:lnTo>
                  <a:pt x="438585" y="350306"/>
                </a:lnTo>
                <a:lnTo>
                  <a:pt x="430969" y="302916"/>
                </a:lnTo>
                <a:lnTo>
                  <a:pt x="424427" y="255146"/>
                </a:lnTo>
                <a:lnTo>
                  <a:pt x="418973" y="207009"/>
                </a:lnTo>
                <a:lnTo>
                  <a:pt x="585724" y="207009"/>
                </a:lnTo>
                <a:lnTo>
                  <a:pt x="282955" y="0"/>
                </a:lnTo>
                <a:close/>
              </a:path>
            </a:pathLst>
          </a:custGeom>
          <a:solidFill>
            <a:srgbClr val="48BE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50253" y="866394"/>
            <a:ext cx="2301875" cy="2459355"/>
          </a:xfrm>
          <a:custGeom>
            <a:avLst/>
            <a:gdLst/>
            <a:ahLst/>
            <a:cxnLst/>
            <a:rect l="l" t="t" r="r" b="b"/>
            <a:pathLst>
              <a:path w="2301875" h="2459354">
                <a:moveTo>
                  <a:pt x="2094484" y="0"/>
                </a:moveTo>
                <a:lnTo>
                  <a:pt x="2094484" y="166750"/>
                </a:lnTo>
                <a:lnTo>
                  <a:pt x="2045900" y="171653"/>
                </a:lnTo>
                <a:lnTo>
                  <a:pt x="1997638" y="177544"/>
                </a:lnTo>
                <a:lnTo>
                  <a:pt x="1949708" y="184411"/>
                </a:lnTo>
                <a:lnTo>
                  <a:pt x="1902120" y="192246"/>
                </a:lnTo>
                <a:lnTo>
                  <a:pt x="1854884" y="201037"/>
                </a:lnTo>
                <a:lnTo>
                  <a:pt x="1808009" y="210773"/>
                </a:lnTo>
                <a:lnTo>
                  <a:pt x="1761505" y="221444"/>
                </a:lnTo>
                <a:lnTo>
                  <a:pt x="1715381" y="233039"/>
                </a:lnTo>
                <a:lnTo>
                  <a:pt x="1669648" y="245547"/>
                </a:lnTo>
                <a:lnTo>
                  <a:pt x="1624315" y="258959"/>
                </a:lnTo>
                <a:lnTo>
                  <a:pt x="1579392" y="273262"/>
                </a:lnTo>
                <a:lnTo>
                  <a:pt x="1534888" y="288447"/>
                </a:lnTo>
                <a:lnTo>
                  <a:pt x="1490814" y="304503"/>
                </a:lnTo>
                <a:lnTo>
                  <a:pt x="1447179" y="321419"/>
                </a:lnTo>
                <a:lnTo>
                  <a:pt x="1403993" y="339185"/>
                </a:lnTo>
                <a:lnTo>
                  <a:pt x="1361265" y="357790"/>
                </a:lnTo>
                <a:lnTo>
                  <a:pt x="1319005" y="377223"/>
                </a:lnTo>
                <a:lnTo>
                  <a:pt x="1277224" y="397474"/>
                </a:lnTo>
                <a:lnTo>
                  <a:pt x="1235930" y="418531"/>
                </a:lnTo>
                <a:lnTo>
                  <a:pt x="1195134" y="440386"/>
                </a:lnTo>
                <a:lnTo>
                  <a:pt x="1154844" y="463026"/>
                </a:lnTo>
                <a:lnTo>
                  <a:pt x="1115072" y="486441"/>
                </a:lnTo>
                <a:lnTo>
                  <a:pt x="1075826" y="510620"/>
                </a:lnTo>
                <a:lnTo>
                  <a:pt x="1037117" y="535553"/>
                </a:lnTo>
                <a:lnTo>
                  <a:pt x="998953" y="561229"/>
                </a:lnTo>
                <a:lnTo>
                  <a:pt x="961346" y="587638"/>
                </a:lnTo>
                <a:lnTo>
                  <a:pt x="924304" y="614769"/>
                </a:lnTo>
                <a:lnTo>
                  <a:pt x="887837" y="642611"/>
                </a:lnTo>
                <a:lnTo>
                  <a:pt x="851956" y="671153"/>
                </a:lnTo>
                <a:lnTo>
                  <a:pt x="816669" y="700386"/>
                </a:lnTo>
                <a:lnTo>
                  <a:pt x="781986" y="730297"/>
                </a:lnTo>
                <a:lnTo>
                  <a:pt x="747918" y="760878"/>
                </a:lnTo>
                <a:lnTo>
                  <a:pt x="714473" y="792116"/>
                </a:lnTo>
                <a:lnTo>
                  <a:pt x="681663" y="824002"/>
                </a:lnTo>
                <a:lnTo>
                  <a:pt x="649495" y="856524"/>
                </a:lnTo>
                <a:lnTo>
                  <a:pt x="617981" y="889672"/>
                </a:lnTo>
                <a:lnTo>
                  <a:pt x="587129" y="923436"/>
                </a:lnTo>
                <a:lnTo>
                  <a:pt x="556950" y="957804"/>
                </a:lnTo>
                <a:lnTo>
                  <a:pt x="527454" y="992767"/>
                </a:lnTo>
                <a:lnTo>
                  <a:pt x="498649" y="1028313"/>
                </a:lnTo>
                <a:lnTo>
                  <a:pt x="470546" y="1064432"/>
                </a:lnTo>
                <a:lnTo>
                  <a:pt x="443155" y="1101113"/>
                </a:lnTo>
                <a:lnTo>
                  <a:pt x="416485" y="1138345"/>
                </a:lnTo>
                <a:lnTo>
                  <a:pt x="390546" y="1176119"/>
                </a:lnTo>
                <a:lnTo>
                  <a:pt x="365347" y="1214422"/>
                </a:lnTo>
                <a:lnTo>
                  <a:pt x="340899" y="1253246"/>
                </a:lnTo>
                <a:lnTo>
                  <a:pt x="317211" y="1292578"/>
                </a:lnTo>
                <a:lnTo>
                  <a:pt x="294293" y="1332408"/>
                </a:lnTo>
                <a:lnTo>
                  <a:pt x="272154" y="1372726"/>
                </a:lnTo>
                <a:lnTo>
                  <a:pt x="250805" y="1413521"/>
                </a:lnTo>
                <a:lnTo>
                  <a:pt x="230255" y="1454783"/>
                </a:lnTo>
                <a:lnTo>
                  <a:pt x="210513" y="1496500"/>
                </a:lnTo>
                <a:lnTo>
                  <a:pt x="191590" y="1538662"/>
                </a:lnTo>
                <a:lnTo>
                  <a:pt x="173496" y="1581259"/>
                </a:lnTo>
                <a:lnTo>
                  <a:pt x="156239" y="1624279"/>
                </a:lnTo>
                <a:lnTo>
                  <a:pt x="139830" y="1667713"/>
                </a:lnTo>
                <a:lnTo>
                  <a:pt x="124278" y="1711549"/>
                </a:lnTo>
                <a:lnTo>
                  <a:pt x="109594" y="1755776"/>
                </a:lnTo>
                <a:lnTo>
                  <a:pt x="95786" y="1800385"/>
                </a:lnTo>
                <a:lnTo>
                  <a:pt x="82865" y="1845365"/>
                </a:lnTo>
                <a:lnTo>
                  <a:pt x="70840" y="1890704"/>
                </a:lnTo>
                <a:lnTo>
                  <a:pt x="59722" y="1936393"/>
                </a:lnTo>
                <a:lnTo>
                  <a:pt x="49519" y="1982420"/>
                </a:lnTo>
                <a:lnTo>
                  <a:pt x="40241" y="2028775"/>
                </a:lnTo>
                <a:lnTo>
                  <a:pt x="31899" y="2075448"/>
                </a:lnTo>
                <a:lnTo>
                  <a:pt x="24502" y="2122427"/>
                </a:lnTo>
                <a:lnTo>
                  <a:pt x="18060" y="2169702"/>
                </a:lnTo>
                <a:lnTo>
                  <a:pt x="12582" y="2217263"/>
                </a:lnTo>
                <a:lnTo>
                  <a:pt x="8078" y="2265098"/>
                </a:lnTo>
                <a:lnTo>
                  <a:pt x="4558" y="2313197"/>
                </a:lnTo>
                <a:lnTo>
                  <a:pt x="2032" y="2361550"/>
                </a:lnTo>
                <a:lnTo>
                  <a:pt x="509" y="2410146"/>
                </a:lnTo>
                <a:lnTo>
                  <a:pt x="0" y="2458973"/>
                </a:lnTo>
                <a:lnTo>
                  <a:pt x="251078" y="2458973"/>
                </a:lnTo>
                <a:lnTo>
                  <a:pt x="251642" y="2410528"/>
                </a:lnTo>
                <a:lnTo>
                  <a:pt x="253325" y="2362339"/>
                </a:lnTo>
                <a:lnTo>
                  <a:pt x="256115" y="2314419"/>
                </a:lnTo>
                <a:lnTo>
                  <a:pt x="260001" y="2266782"/>
                </a:lnTo>
                <a:lnTo>
                  <a:pt x="264970" y="2219439"/>
                </a:lnTo>
                <a:lnTo>
                  <a:pt x="271010" y="2172406"/>
                </a:lnTo>
                <a:lnTo>
                  <a:pt x="278110" y="2125695"/>
                </a:lnTo>
                <a:lnTo>
                  <a:pt x="286258" y="2079318"/>
                </a:lnTo>
                <a:lnTo>
                  <a:pt x="295442" y="2033291"/>
                </a:lnTo>
                <a:lnTo>
                  <a:pt x="305649" y="1987624"/>
                </a:lnTo>
                <a:lnTo>
                  <a:pt x="316868" y="1942333"/>
                </a:lnTo>
                <a:lnTo>
                  <a:pt x="329087" y="1897429"/>
                </a:lnTo>
                <a:lnTo>
                  <a:pt x="342294" y="1852926"/>
                </a:lnTo>
                <a:lnTo>
                  <a:pt x="356477" y="1808838"/>
                </a:lnTo>
                <a:lnTo>
                  <a:pt x="371624" y="1765178"/>
                </a:lnTo>
                <a:lnTo>
                  <a:pt x="387723" y="1721958"/>
                </a:lnTo>
                <a:lnTo>
                  <a:pt x="404763" y="1679192"/>
                </a:lnTo>
                <a:lnTo>
                  <a:pt x="422731" y="1636893"/>
                </a:lnTo>
                <a:lnTo>
                  <a:pt x="441615" y="1595075"/>
                </a:lnTo>
                <a:lnTo>
                  <a:pt x="461404" y="1553750"/>
                </a:lnTo>
                <a:lnTo>
                  <a:pt x="482085" y="1512932"/>
                </a:lnTo>
                <a:lnTo>
                  <a:pt x="503647" y="1472634"/>
                </a:lnTo>
                <a:lnTo>
                  <a:pt x="526077" y="1432868"/>
                </a:lnTo>
                <a:lnTo>
                  <a:pt x="549364" y="1393650"/>
                </a:lnTo>
                <a:lnTo>
                  <a:pt x="573496" y="1354991"/>
                </a:lnTo>
                <a:lnTo>
                  <a:pt x="598461" y="1316904"/>
                </a:lnTo>
                <a:lnTo>
                  <a:pt x="624247" y="1279404"/>
                </a:lnTo>
                <a:lnTo>
                  <a:pt x="650841" y="1242502"/>
                </a:lnTo>
                <a:lnTo>
                  <a:pt x="678233" y="1206213"/>
                </a:lnTo>
                <a:lnTo>
                  <a:pt x="706410" y="1170550"/>
                </a:lnTo>
                <a:lnTo>
                  <a:pt x="735360" y="1135525"/>
                </a:lnTo>
                <a:lnTo>
                  <a:pt x="765071" y="1101152"/>
                </a:lnTo>
                <a:lnTo>
                  <a:pt x="795531" y="1067444"/>
                </a:lnTo>
                <a:lnTo>
                  <a:pt x="826729" y="1034415"/>
                </a:lnTo>
                <a:lnTo>
                  <a:pt x="858652" y="1002077"/>
                </a:lnTo>
                <a:lnTo>
                  <a:pt x="891289" y="970444"/>
                </a:lnTo>
                <a:lnTo>
                  <a:pt x="924627" y="939529"/>
                </a:lnTo>
                <a:lnTo>
                  <a:pt x="958655" y="909345"/>
                </a:lnTo>
                <a:lnTo>
                  <a:pt x="993361" y="879905"/>
                </a:lnTo>
                <a:lnTo>
                  <a:pt x="1028732" y="851223"/>
                </a:lnTo>
                <a:lnTo>
                  <a:pt x="1064758" y="823312"/>
                </a:lnTo>
                <a:lnTo>
                  <a:pt x="1101425" y="796184"/>
                </a:lnTo>
                <a:lnTo>
                  <a:pt x="1138722" y="769854"/>
                </a:lnTo>
                <a:lnTo>
                  <a:pt x="1176637" y="744334"/>
                </a:lnTo>
                <a:lnTo>
                  <a:pt x="1215158" y="719637"/>
                </a:lnTo>
                <a:lnTo>
                  <a:pt x="1254274" y="695777"/>
                </a:lnTo>
                <a:lnTo>
                  <a:pt x="1293971" y="672767"/>
                </a:lnTo>
                <a:lnTo>
                  <a:pt x="1334239" y="650620"/>
                </a:lnTo>
                <a:lnTo>
                  <a:pt x="1375065" y="629350"/>
                </a:lnTo>
                <a:lnTo>
                  <a:pt x="1416438" y="608969"/>
                </a:lnTo>
                <a:lnTo>
                  <a:pt x="1458345" y="589491"/>
                </a:lnTo>
                <a:lnTo>
                  <a:pt x="1500775" y="570929"/>
                </a:lnTo>
                <a:lnTo>
                  <a:pt x="1543715" y="553295"/>
                </a:lnTo>
                <a:lnTo>
                  <a:pt x="1587154" y="536604"/>
                </a:lnTo>
                <a:lnTo>
                  <a:pt x="1631080" y="520869"/>
                </a:lnTo>
                <a:lnTo>
                  <a:pt x="1675480" y="506102"/>
                </a:lnTo>
                <a:lnTo>
                  <a:pt x="1720344" y="492318"/>
                </a:lnTo>
                <a:lnTo>
                  <a:pt x="1765658" y="479528"/>
                </a:lnTo>
                <a:lnTo>
                  <a:pt x="1811412" y="467747"/>
                </a:lnTo>
                <a:lnTo>
                  <a:pt x="1857592" y="456987"/>
                </a:lnTo>
                <a:lnTo>
                  <a:pt x="1904188" y="447262"/>
                </a:lnTo>
                <a:lnTo>
                  <a:pt x="1951187" y="438585"/>
                </a:lnTo>
                <a:lnTo>
                  <a:pt x="1998577" y="430969"/>
                </a:lnTo>
                <a:lnTo>
                  <a:pt x="2046347" y="424427"/>
                </a:lnTo>
                <a:lnTo>
                  <a:pt x="2094484" y="418972"/>
                </a:lnTo>
                <a:lnTo>
                  <a:pt x="2094484" y="585723"/>
                </a:lnTo>
                <a:lnTo>
                  <a:pt x="2301494" y="282955"/>
                </a:lnTo>
                <a:lnTo>
                  <a:pt x="2094484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86380"/>
            <a:ext cx="2531745" cy="21748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20" dirty="0">
                <a:latin typeface="Calibri Light"/>
                <a:cs typeface="Calibri Light"/>
              </a:rPr>
              <a:t>Relationship </a:t>
            </a:r>
            <a:r>
              <a:rPr sz="3600" spc="-30" dirty="0">
                <a:latin typeface="Calibri Light"/>
                <a:cs typeface="Calibri Light"/>
              </a:rPr>
              <a:t>(One-</a:t>
            </a:r>
            <a:r>
              <a:rPr sz="3600" spc="-60" dirty="0">
                <a:latin typeface="Calibri Light"/>
                <a:cs typeface="Calibri Light"/>
              </a:rPr>
              <a:t>to-</a:t>
            </a:r>
            <a:r>
              <a:rPr sz="3600" spc="-25" dirty="0">
                <a:latin typeface="Calibri Light"/>
                <a:cs typeface="Calibri Light"/>
              </a:rPr>
              <a:t>One </a:t>
            </a:r>
            <a:r>
              <a:rPr sz="3600" spc="-10" dirty="0">
                <a:latin typeface="Calibri Light"/>
                <a:cs typeface="Calibri Light"/>
              </a:rPr>
              <a:t>Relationship)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297684"/>
            <a:ext cx="5146040" cy="2165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associated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one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one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relationship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6032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female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male,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spc="-10" dirty="0">
                <a:latin typeface="Calibri"/>
                <a:cs typeface="Calibri"/>
              </a:rPr>
              <a:t>female.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0463" y="5157596"/>
            <a:ext cx="5867400" cy="9524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286380"/>
            <a:ext cx="2583815" cy="21748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i="0" spc="-25" dirty="0">
                <a:latin typeface="Calibri Light"/>
                <a:cs typeface="Calibri Light"/>
              </a:rPr>
              <a:t>Types</a:t>
            </a:r>
            <a:r>
              <a:rPr i="0" spc="-185" dirty="0">
                <a:latin typeface="Calibri Light"/>
                <a:cs typeface="Calibri Light"/>
              </a:rPr>
              <a:t> </a:t>
            </a:r>
            <a:r>
              <a:rPr i="0" spc="-25" dirty="0">
                <a:latin typeface="Calibri Light"/>
                <a:cs typeface="Calibri Light"/>
              </a:rPr>
              <a:t>of </a:t>
            </a:r>
            <a:r>
              <a:rPr i="0" spc="-10" dirty="0">
                <a:latin typeface="Calibri Light"/>
                <a:cs typeface="Calibri Light"/>
              </a:rPr>
              <a:t>Relationship </a:t>
            </a:r>
            <a:r>
              <a:rPr sz="3600" i="0" spc="-30" dirty="0">
                <a:latin typeface="Calibri Light"/>
                <a:cs typeface="Calibri Light"/>
              </a:rPr>
              <a:t>(One-</a:t>
            </a:r>
            <a:r>
              <a:rPr sz="3600" i="0" spc="-55" dirty="0">
                <a:latin typeface="Calibri Light"/>
                <a:cs typeface="Calibri Light"/>
              </a:rPr>
              <a:t>to-</a:t>
            </a:r>
            <a:r>
              <a:rPr sz="3600" i="0" spc="-50" dirty="0">
                <a:latin typeface="Calibri Light"/>
                <a:cs typeface="Calibri Light"/>
              </a:rPr>
              <a:t>Many </a:t>
            </a:r>
            <a:r>
              <a:rPr sz="3600" i="0" spc="-10" dirty="0">
                <a:latin typeface="Calibri Light"/>
                <a:cs typeface="Calibri Light"/>
              </a:rPr>
              <a:t>Relationship)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803908"/>
            <a:ext cx="5138420" cy="31534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31115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 	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right 	</a:t>
            </a:r>
            <a:r>
              <a:rPr sz="2400" dirty="0">
                <a:latin typeface="Calibri"/>
                <a:cs typeface="Calibri"/>
              </a:rPr>
              <a:t>associates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then 	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one-</a:t>
            </a:r>
            <a:r>
              <a:rPr sz="2400" b="1" i="1" spc="-30" dirty="0">
                <a:latin typeface="Calibri"/>
                <a:cs typeface="Calibri"/>
              </a:rPr>
              <a:t>to-</a:t>
            </a:r>
            <a:r>
              <a:rPr sz="2400" b="1" i="1" spc="-20" dirty="0">
                <a:latin typeface="Calibri"/>
                <a:cs typeface="Calibri"/>
              </a:rPr>
              <a:t>many 	</a:t>
            </a:r>
            <a:r>
              <a:rPr sz="2400" b="1" i="1" spc="-10" dirty="0">
                <a:latin typeface="Calibri"/>
                <a:cs typeface="Calibri"/>
              </a:rPr>
              <a:t>relationship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Scientist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spc="-10" dirty="0">
                <a:latin typeface="Calibri"/>
                <a:cs typeface="Calibri"/>
              </a:rPr>
              <a:t>inventions,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scientist.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2620" y="5491775"/>
            <a:ext cx="5867400" cy="9627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286380"/>
            <a:ext cx="2585085" cy="21748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i="0" spc="-25" dirty="0">
                <a:latin typeface="Calibri Light"/>
                <a:cs typeface="Calibri Light"/>
              </a:rPr>
              <a:t>Types</a:t>
            </a:r>
            <a:r>
              <a:rPr i="0" spc="-185" dirty="0">
                <a:latin typeface="Calibri Light"/>
                <a:cs typeface="Calibri Light"/>
              </a:rPr>
              <a:t> </a:t>
            </a:r>
            <a:r>
              <a:rPr i="0" spc="-25" dirty="0">
                <a:latin typeface="Calibri Light"/>
                <a:cs typeface="Calibri Light"/>
              </a:rPr>
              <a:t>of </a:t>
            </a:r>
            <a:r>
              <a:rPr i="0" spc="-10" dirty="0">
                <a:latin typeface="Calibri Light"/>
                <a:cs typeface="Calibri Light"/>
              </a:rPr>
              <a:t>Relationship </a:t>
            </a:r>
            <a:r>
              <a:rPr sz="3600" i="0" spc="-55" dirty="0">
                <a:latin typeface="Calibri Light"/>
                <a:cs typeface="Calibri Light"/>
              </a:rPr>
              <a:t>(Many-to-</a:t>
            </a:r>
            <a:r>
              <a:rPr sz="3600" i="0" spc="-25" dirty="0">
                <a:latin typeface="Calibri Light"/>
                <a:cs typeface="Calibri Light"/>
              </a:rPr>
              <a:t>One </a:t>
            </a:r>
            <a:r>
              <a:rPr sz="3600" i="0" spc="-10" dirty="0">
                <a:latin typeface="Calibri Light"/>
                <a:cs typeface="Calibri Light"/>
              </a:rPr>
              <a:t>Relationship)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803908"/>
            <a:ext cx="5031105" cy="31534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right 	</a:t>
            </a:r>
            <a:r>
              <a:rPr sz="2400" dirty="0">
                <a:latin typeface="Calibri"/>
                <a:cs typeface="Calibri"/>
              </a:rPr>
              <a:t>associates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b="1" i="1" spc="-20" dirty="0">
                <a:latin typeface="Calibri"/>
                <a:cs typeface="Calibri"/>
              </a:rPr>
              <a:t>many-</a:t>
            </a:r>
            <a:r>
              <a:rPr sz="2400" b="1" i="1" spc="-30" dirty="0">
                <a:latin typeface="Calibri"/>
                <a:cs typeface="Calibri"/>
              </a:rPr>
              <a:t>to-</a:t>
            </a:r>
            <a:r>
              <a:rPr sz="2400" b="1" i="1" spc="-25" dirty="0">
                <a:latin typeface="Calibri"/>
                <a:cs typeface="Calibri"/>
              </a:rPr>
              <a:t>one 	</a:t>
            </a:r>
            <a:r>
              <a:rPr sz="2400" b="1" i="1" spc="-10" dirty="0">
                <a:latin typeface="Calibri"/>
                <a:cs typeface="Calibri"/>
              </a:rPr>
              <a:t>relationship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25425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enrolls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only 	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course,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course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6796" y="5282184"/>
            <a:ext cx="6019800" cy="12009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286380"/>
            <a:ext cx="2848610" cy="21748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i="0" spc="-25" dirty="0">
                <a:latin typeface="Calibri Light"/>
                <a:cs typeface="Calibri Light"/>
              </a:rPr>
              <a:t>Types</a:t>
            </a:r>
            <a:r>
              <a:rPr i="0" spc="-185" dirty="0">
                <a:latin typeface="Calibri Light"/>
                <a:cs typeface="Calibri Light"/>
              </a:rPr>
              <a:t> </a:t>
            </a:r>
            <a:r>
              <a:rPr i="0" spc="-25" dirty="0">
                <a:latin typeface="Calibri Light"/>
                <a:cs typeface="Calibri Light"/>
              </a:rPr>
              <a:t>of </a:t>
            </a:r>
            <a:r>
              <a:rPr i="0" spc="-10" dirty="0">
                <a:latin typeface="Calibri Light"/>
                <a:cs typeface="Calibri Light"/>
              </a:rPr>
              <a:t>Relationship </a:t>
            </a:r>
            <a:r>
              <a:rPr sz="3600" i="0" spc="-55" dirty="0">
                <a:latin typeface="Calibri Light"/>
                <a:cs typeface="Calibri Light"/>
              </a:rPr>
              <a:t>(Many-to-</a:t>
            </a:r>
            <a:r>
              <a:rPr sz="3600" i="0" spc="-40" dirty="0">
                <a:latin typeface="Calibri Light"/>
                <a:cs typeface="Calibri Light"/>
              </a:rPr>
              <a:t>Many </a:t>
            </a:r>
            <a:r>
              <a:rPr sz="3600" i="0" spc="-10" dirty="0">
                <a:latin typeface="Calibri Light"/>
                <a:cs typeface="Calibri Light"/>
              </a:rPr>
              <a:t>Relationship)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803908"/>
            <a:ext cx="5031105" cy="31534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right 	</a:t>
            </a:r>
            <a:r>
              <a:rPr sz="2400" dirty="0">
                <a:latin typeface="Calibri"/>
                <a:cs typeface="Calibri"/>
              </a:rPr>
              <a:t>associates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b="1" i="1" spc="-20" dirty="0">
                <a:latin typeface="Calibri"/>
                <a:cs typeface="Calibri"/>
              </a:rPr>
              <a:t>many-</a:t>
            </a:r>
            <a:r>
              <a:rPr sz="2400" b="1" i="1" spc="-30" dirty="0">
                <a:latin typeface="Calibri"/>
                <a:cs typeface="Calibri"/>
              </a:rPr>
              <a:t>to-</a:t>
            </a:r>
            <a:r>
              <a:rPr sz="2400" b="1" i="1" spc="-20" dirty="0">
                <a:latin typeface="Calibri"/>
                <a:cs typeface="Calibri"/>
              </a:rPr>
              <a:t>many 	</a:t>
            </a:r>
            <a:r>
              <a:rPr sz="2400" b="1" i="1" spc="-10" dirty="0">
                <a:latin typeface="Calibri"/>
                <a:cs typeface="Calibri"/>
              </a:rPr>
              <a:t>relationship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09550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employees.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6879" y="5446776"/>
            <a:ext cx="6057900" cy="1124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200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Cardinality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17854"/>
            <a:ext cx="4986655" cy="18370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 	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known 	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cardinality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many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0167" y="2919221"/>
            <a:ext cx="4914265" cy="28225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single 	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entity.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symbol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a 	</a:t>
            </a:r>
            <a:r>
              <a:rPr sz="2400" b="1" dirty="0">
                <a:latin typeface="Calibri"/>
                <a:cs typeface="Calibri"/>
              </a:rPr>
              <a:t>vertical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one 	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  <a:p>
            <a:pPr marL="240029" marR="206375" indent="-227329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indicates 	</a:t>
            </a:r>
            <a:r>
              <a:rPr sz="2400" b="1" dirty="0">
                <a:latin typeface="Calibri"/>
                <a:cs typeface="Calibri"/>
              </a:rPr>
              <a:t>multiple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entity.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symbol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crow’s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foot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strike="sngStrike" dirty="0">
                <a:latin typeface="Calibri"/>
                <a:cs typeface="Calibri"/>
              </a:rPr>
              <a:t>&lt;</a:t>
            </a:r>
            <a:r>
              <a:rPr sz="2400" strike="noStrike" spc="-45" dirty="0">
                <a:latin typeface="Calibri"/>
                <a:cs typeface="Calibri"/>
              </a:rPr>
              <a:t> </a:t>
            </a:r>
            <a:r>
              <a:rPr sz="2400" strike="noStrike" dirty="0">
                <a:latin typeface="Calibri"/>
                <a:cs typeface="Calibri"/>
              </a:rPr>
              <a:t>is</a:t>
            </a:r>
            <a:r>
              <a:rPr sz="2400" strike="noStrike" spc="-40" dirty="0">
                <a:latin typeface="Calibri"/>
                <a:cs typeface="Calibri"/>
              </a:rPr>
              <a:t> </a:t>
            </a:r>
            <a:r>
              <a:rPr sz="2400" strike="noStrike" dirty="0">
                <a:latin typeface="Calibri"/>
                <a:cs typeface="Calibri"/>
              </a:rPr>
              <a:t>used</a:t>
            </a:r>
            <a:r>
              <a:rPr sz="2400" strike="noStrike" spc="-40" dirty="0">
                <a:latin typeface="Calibri"/>
                <a:cs typeface="Calibri"/>
              </a:rPr>
              <a:t> </a:t>
            </a:r>
            <a:r>
              <a:rPr sz="2400" strike="noStrike" spc="-25" dirty="0">
                <a:latin typeface="Calibri"/>
                <a:cs typeface="Calibri"/>
              </a:rPr>
              <a:t>for 	</a:t>
            </a:r>
            <a:r>
              <a:rPr sz="2400" b="1" strike="noStrike" dirty="0">
                <a:latin typeface="Calibri"/>
                <a:cs typeface="Calibri"/>
              </a:rPr>
              <a:t>many</a:t>
            </a:r>
            <a:r>
              <a:rPr sz="2400" b="1" strike="noStrike" spc="-95" dirty="0">
                <a:latin typeface="Calibri"/>
                <a:cs typeface="Calibri"/>
              </a:rPr>
              <a:t> </a:t>
            </a:r>
            <a:r>
              <a:rPr sz="2400" strike="noStrike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1839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Modality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68502"/>
            <a:ext cx="5124450" cy="49841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10160" indent="-227329">
              <a:lnSpc>
                <a:spcPct val="8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instances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associated 	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instance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related 	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modality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025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000"/>
              </a:lnSpc>
            </a:pPr>
            <a:r>
              <a:rPr sz="2800" b="1" dirty="0">
                <a:latin typeface="Calibri"/>
                <a:cs typeface="Calibri"/>
              </a:rPr>
              <a:t>mandatory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optional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56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optional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zero.</a:t>
            </a:r>
            <a:endParaRPr sz="2400">
              <a:latin typeface="Calibri"/>
              <a:cs typeface="Calibri"/>
            </a:endParaRPr>
          </a:p>
          <a:p>
            <a:pPr marL="1155700" marR="243840" lvl="2" indent="-228600">
              <a:lnSpc>
                <a:spcPct val="80000"/>
              </a:lnSpc>
              <a:spcBef>
                <a:spcPts val="52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small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circle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indicate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optional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relationship.</a:t>
            </a:r>
            <a:endParaRPr sz="2000">
              <a:latin typeface="Calibri"/>
              <a:cs typeface="Calibri"/>
            </a:endParaRPr>
          </a:p>
          <a:p>
            <a:pPr marL="697230" marR="520065" lvl="1" indent="-227329">
              <a:lnSpc>
                <a:spcPts val="2300"/>
              </a:lnSpc>
              <a:spcBef>
                <a:spcPts val="45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called 	</a:t>
            </a:r>
            <a:r>
              <a:rPr sz="2400" b="1" dirty="0">
                <a:latin typeface="Calibri"/>
                <a:cs typeface="Calibri"/>
              </a:rPr>
              <a:t>mandatory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minimum 	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one.</a:t>
            </a:r>
            <a:endParaRPr sz="2400">
              <a:latin typeface="Calibri"/>
              <a:cs typeface="Calibri"/>
            </a:endParaRPr>
          </a:p>
          <a:p>
            <a:pPr marL="1155700" marR="20320" lvl="2" indent="-228600">
              <a:lnSpc>
                <a:spcPts val="192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vertical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line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|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mandatory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961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i="0" dirty="0">
                <a:latin typeface="Calibri Light"/>
                <a:cs typeface="Calibri Light"/>
              </a:rPr>
              <a:t>Cardinality</a:t>
            </a:r>
            <a:r>
              <a:rPr i="0" spc="-140" dirty="0">
                <a:latin typeface="Calibri Light"/>
                <a:cs typeface="Calibri Light"/>
              </a:rPr>
              <a:t> </a:t>
            </a:r>
            <a:r>
              <a:rPr i="0" spc="-25" dirty="0">
                <a:latin typeface="Calibri Light"/>
                <a:cs typeface="Calibri Light"/>
              </a:rPr>
              <a:t>and </a:t>
            </a:r>
            <a:r>
              <a:rPr i="0" spc="-10" dirty="0">
                <a:latin typeface="Calibri Light"/>
                <a:cs typeface="Calibri Light"/>
              </a:rPr>
              <a:t>Modality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4811" y="1331976"/>
            <a:ext cx="6003035" cy="4157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98196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Notation</a:t>
            </a:r>
            <a:r>
              <a:rPr sz="4000" spc="-95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of</a:t>
            </a:r>
            <a:r>
              <a:rPr sz="4000" spc="-9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ER </a:t>
            </a:r>
            <a:r>
              <a:rPr sz="4000" spc="-10" dirty="0">
                <a:latin typeface="Calibri Light"/>
                <a:cs typeface="Calibri Light"/>
              </a:rPr>
              <a:t>Diagram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5375" y="448183"/>
            <a:ext cx="5070475" cy="18364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notations.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dirty="0">
                <a:latin typeface="Calibri"/>
                <a:cs typeface="Calibri"/>
              </a:rPr>
              <a:t>notations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express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notations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244851"/>
            <a:ext cx="4654296" cy="4613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3731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ER</a:t>
            </a:r>
            <a:r>
              <a:rPr sz="4000" spc="-65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Design</a:t>
            </a:r>
            <a:r>
              <a:rPr sz="4000" spc="-5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Issues</a:t>
            </a:r>
            <a:endParaRPr sz="4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2178" y="1374394"/>
            <a:ext cx="6073648" cy="3985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08014" y="2052954"/>
            <a:ext cx="1466850" cy="9747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dirty="0">
                <a:latin typeface="Calibri"/>
                <a:cs typeface="Calibri"/>
              </a:rPr>
              <a:t>Use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Entity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vs </a:t>
            </a:r>
            <a:r>
              <a:rPr sz="2200" spc="-10" dirty="0">
                <a:latin typeface="Calibri"/>
                <a:cs typeface="Calibri"/>
              </a:rPr>
              <a:t>Attributes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34198" y="3489197"/>
            <a:ext cx="1466850" cy="1281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3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Use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Entity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420"/>
              </a:lnSpc>
            </a:pPr>
            <a:r>
              <a:rPr sz="2200" dirty="0">
                <a:latin typeface="Calibri"/>
                <a:cs typeface="Calibri"/>
              </a:rPr>
              <a:t>Set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vs.</a:t>
            </a:r>
            <a:endParaRPr sz="2200">
              <a:latin typeface="Calibri"/>
              <a:cs typeface="Calibri"/>
            </a:endParaRPr>
          </a:p>
          <a:p>
            <a:pPr marL="33655" marR="28575" algn="ctr">
              <a:lnSpc>
                <a:spcPts val="2410"/>
              </a:lnSpc>
              <a:spcBef>
                <a:spcPts val="160"/>
              </a:spcBef>
            </a:pPr>
            <a:r>
              <a:rPr sz="2200" spc="-10" dirty="0">
                <a:latin typeface="Calibri"/>
                <a:cs typeface="Calibri"/>
              </a:rPr>
              <a:t>Relationship </a:t>
            </a:r>
            <a:r>
              <a:rPr sz="2200" spc="-20" dirty="0">
                <a:latin typeface="Calibri"/>
                <a:cs typeface="Calibri"/>
              </a:rPr>
              <a:t>Sets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26220" y="1899285"/>
            <a:ext cx="1534160" cy="12814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065" marR="5080" algn="ctr">
              <a:lnSpc>
                <a:spcPct val="91600"/>
              </a:lnSpc>
              <a:spcBef>
                <a:spcPts val="315"/>
              </a:spcBef>
            </a:pPr>
            <a:r>
              <a:rPr sz="2200" i="0" dirty="0">
                <a:latin typeface="Calibri"/>
                <a:cs typeface="Calibri"/>
              </a:rPr>
              <a:t>Use</a:t>
            </a:r>
            <a:r>
              <a:rPr sz="2200" i="0" spc="-30" dirty="0">
                <a:latin typeface="Calibri"/>
                <a:cs typeface="Calibri"/>
              </a:rPr>
              <a:t> </a:t>
            </a:r>
            <a:r>
              <a:rPr sz="2200" i="0" dirty="0">
                <a:latin typeface="Calibri"/>
                <a:cs typeface="Calibri"/>
              </a:rPr>
              <a:t>of</a:t>
            </a:r>
            <a:r>
              <a:rPr sz="2200" i="0" spc="-25" dirty="0">
                <a:latin typeface="Calibri"/>
                <a:cs typeface="Calibri"/>
              </a:rPr>
              <a:t> </a:t>
            </a:r>
            <a:r>
              <a:rPr sz="2200" i="0" spc="-10" dirty="0">
                <a:latin typeface="Calibri"/>
                <a:cs typeface="Calibri"/>
              </a:rPr>
              <a:t>Binary </a:t>
            </a:r>
            <a:r>
              <a:rPr sz="2200" i="0" dirty="0">
                <a:latin typeface="Calibri"/>
                <a:cs typeface="Calibri"/>
              </a:rPr>
              <a:t>vs</a:t>
            </a:r>
            <a:r>
              <a:rPr sz="2200" i="0" spc="-25" dirty="0">
                <a:latin typeface="Calibri"/>
                <a:cs typeface="Calibri"/>
              </a:rPr>
              <a:t> </a:t>
            </a:r>
            <a:r>
              <a:rPr sz="2200" i="0" spc="-10" dirty="0">
                <a:latin typeface="Calibri"/>
                <a:cs typeface="Calibri"/>
              </a:rPr>
              <a:t>n-</a:t>
            </a:r>
            <a:r>
              <a:rPr sz="2200" i="0" spc="-25" dirty="0">
                <a:latin typeface="Calibri"/>
                <a:cs typeface="Calibri"/>
              </a:rPr>
              <a:t>ary </a:t>
            </a:r>
            <a:r>
              <a:rPr sz="2200" i="0" spc="-10" dirty="0">
                <a:latin typeface="Calibri"/>
                <a:cs typeface="Calibri"/>
              </a:rPr>
              <a:t>Relationship </a:t>
            </a:r>
            <a:r>
              <a:rPr sz="2200" i="0" spc="-20" dirty="0">
                <a:latin typeface="Calibri"/>
                <a:cs typeface="Calibri"/>
              </a:rPr>
              <a:t>Sets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7269" y="3642740"/>
            <a:ext cx="1421765" cy="9747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065" marR="5080" indent="1905" algn="ctr">
              <a:lnSpc>
                <a:spcPct val="91600"/>
              </a:lnSpc>
              <a:spcBef>
                <a:spcPts val="315"/>
              </a:spcBef>
            </a:pPr>
            <a:r>
              <a:rPr sz="2200" spc="-10" dirty="0">
                <a:latin typeface="Calibri"/>
                <a:cs typeface="Calibri"/>
              </a:rPr>
              <a:t>Placing Relationship Attributes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3371850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ER</a:t>
            </a:r>
            <a:r>
              <a:rPr sz="4000" spc="-6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Design</a:t>
            </a:r>
            <a:r>
              <a:rPr sz="4000" spc="-5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Issues </a:t>
            </a:r>
            <a:r>
              <a:rPr sz="4000" i="1" dirty="0">
                <a:latin typeface="Calibri Light"/>
                <a:cs typeface="Calibri Light"/>
              </a:rPr>
              <a:t>Use</a:t>
            </a:r>
            <a:r>
              <a:rPr sz="4000" i="1" spc="-130" dirty="0">
                <a:latin typeface="Calibri Light"/>
                <a:cs typeface="Calibri Light"/>
              </a:rPr>
              <a:t> </a:t>
            </a:r>
            <a:r>
              <a:rPr sz="4000" i="1" dirty="0">
                <a:latin typeface="Calibri Light"/>
                <a:cs typeface="Calibri Light"/>
              </a:rPr>
              <a:t>of</a:t>
            </a:r>
            <a:r>
              <a:rPr sz="4000" i="1" spc="-130" dirty="0">
                <a:latin typeface="Calibri Light"/>
                <a:cs typeface="Calibri Light"/>
              </a:rPr>
              <a:t> </a:t>
            </a:r>
            <a:r>
              <a:rPr sz="4000" i="1" spc="-20" dirty="0">
                <a:latin typeface="Calibri Light"/>
                <a:cs typeface="Calibri Light"/>
              </a:rPr>
              <a:t>Entity</a:t>
            </a:r>
            <a:r>
              <a:rPr sz="4000" i="1" spc="-155" dirty="0">
                <a:latin typeface="Calibri Light"/>
                <a:cs typeface="Calibri Light"/>
              </a:rPr>
              <a:t> </a:t>
            </a:r>
            <a:r>
              <a:rPr sz="4000" i="1" spc="-25" dirty="0">
                <a:latin typeface="Calibri Light"/>
                <a:cs typeface="Calibri Light"/>
              </a:rPr>
              <a:t>Set </a:t>
            </a:r>
            <a:r>
              <a:rPr sz="4000" i="1" dirty="0">
                <a:latin typeface="Calibri Light"/>
                <a:cs typeface="Calibri Light"/>
              </a:rPr>
              <a:t>vs</a:t>
            </a:r>
            <a:r>
              <a:rPr sz="4000" i="1" spc="-114" dirty="0">
                <a:latin typeface="Calibri Light"/>
                <a:cs typeface="Calibri Light"/>
              </a:rPr>
              <a:t> </a:t>
            </a:r>
            <a:r>
              <a:rPr sz="4000" i="1" spc="-10" dirty="0">
                <a:latin typeface="Calibri Light"/>
                <a:cs typeface="Calibri Light"/>
              </a:rPr>
              <a:t>Attributes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17854"/>
            <a:ext cx="5132070" cy="47244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 	</a:t>
            </a: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 	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enterprise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modelled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semantics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 	</a:t>
            </a:r>
            <a:r>
              <a:rPr sz="2400" spc="-10" dirty="0">
                <a:latin typeface="Calibri"/>
                <a:cs typeface="Calibri"/>
              </a:rPr>
              <a:t>attributes.</a:t>
            </a:r>
            <a:endParaRPr sz="2400">
              <a:latin typeface="Calibri"/>
              <a:cs typeface="Calibri"/>
            </a:endParaRPr>
          </a:p>
          <a:p>
            <a:pPr marL="240029" marR="8001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mistake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  <a:p>
            <a:pPr marL="240029" marR="9779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Instead,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so.</a:t>
            </a:r>
            <a:endParaRPr sz="2400">
              <a:latin typeface="Calibri"/>
              <a:cs typeface="Calibri"/>
            </a:endParaRPr>
          </a:p>
          <a:p>
            <a:pPr marL="240029" marR="20955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Also,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implicit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	</a:t>
            </a:r>
            <a:r>
              <a:rPr sz="2400" spc="-10" dirty="0">
                <a:latin typeface="Calibri"/>
                <a:cs typeface="Calibri"/>
              </a:rPr>
              <a:t>designate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31517"/>
            <a:ext cx="337185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ER</a:t>
            </a:r>
            <a:r>
              <a:rPr sz="4000" spc="-6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Design</a:t>
            </a:r>
            <a:r>
              <a:rPr sz="4000" spc="-5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Issues </a:t>
            </a:r>
            <a:r>
              <a:rPr sz="4000" i="1" dirty="0">
                <a:latin typeface="Calibri Light"/>
                <a:cs typeface="Calibri Light"/>
              </a:rPr>
              <a:t>Use</a:t>
            </a:r>
            <a:r>
              <a:rPr sz="4000" i="1" spc="-130" dirty="0">
                <a:latin typeface="Calibri Light"/>
                <a:cs typeface="Calibri Light"/>
              </a:rPr>
              <a:t> </a:t>
            </a:r>
            <a:r>
              <a:rPr sz="4000" i="1" dirty="0">
                <a:latin typeface="Calibri Light"/>
                <a:cs typeface="Calibri Light"/>
              </a:rPr>
              <a:t>of</a:t>
            </a:r>
            <a:r>
              <a:rPr sz="4000" i="1" spc="-130" dirty="0">
                <a:latin typeface="Calibri Light"/>
                <a:cs typeface="Calibri Light"/>
              </a:rPr>
              <a:t> </a:t>
            </a:r>
            <a:r>
              <a:rPr sz="4000" i="1" spc="-20" dirty="0">
                <a:latin typeface="Calibri Light"/>
                <a:cs typeface="Calibri Light"/>
              </a:rPr>
              <a:t>Entity</a:t>
            </a:r>
            <a:r>
              <a:rPr sz="4000" i="1" spc="-155" dirty="0">
                <a:latin typeface="Calibri Light"/>
                <a:cs typeface="Calibri Light"/>
              </a:rPr>
              <a:t> </a:t>
            </a:r>
            <a:r>
              <a:rPr sz="4000" i="1" spc="-25" dirty="0">
                <a:latin typeface="Calibri Light"/>
                <a:cs typeface="Calibri Light"/>
              </a:rPr>
              <a:t>Set </a:t>
            </a:r>
            <a:r>
              <a:rPr sz="4000" i="1" dirty="0">
                <a:latin typeface="Calibri Light"/>
                <a:cs typeface="Calibri Light"/>
              </a:rPr>
              <a:t>vs.</a:t>
            </a:r>
            <a:r>
              <a:rPr sz="4000" i="1" spc="-140" dirty="0">
                <a:latin typeface="Calibri Light"/>
                <a:cs typeface="Calibri Light"/>
              </a:rPr>
              <a:t> </a:t>
            </a:r>
            <a:r>
              <a:rPr sz="4000" i="1" spc="-10" dirty="0">
                <a:latin typeface="Calibri Light"/>
                <a:cs typeface="Calibri Light"/>
              </a:rPr>
              <a:t>Relationship </a:t>
            </a:r>
            <a:r>
              <a:rPr sz="4000" i="1" spc="-20" dirty="0">
                <a:latin typeface="Calibri Light"/>
                <a:cs typeface="Calibri Light"/>
              </a:rPr>
              <a:t>Sets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410970"/>
            <a:ext cx="5135880" cy="39389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45720" indent="-227329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1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right 	</a:t>
            </a:r>
            <a:r>
              <a:rPr sz="2400" dirty="0">
                <a:latin typeface="Calibri"/>
                <a:cs typeface="Calibri"/>
              </a:rPr>
              <a:t>use,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designate</a:t>
            </a:r>
            <a:r>
              <a:rPr sz="2400" spc="-50" dirty="0">
                <a:latin typeface="Calibri"/>
                <a:cs typeface="Calibri"/>
              </a:rPr>
              <a:t> a 	</a:t>
            </a: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action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in-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entities.</a:t>
            </a:r>
            <a:endParaRPr sz="2400">
              <a:latin typeface="Calibri"/>
              <a:cs typeface="Calibri"/>
            </a:endParaRPr>
          </a:p>
          <a:p>
            <a:pPr marL="240029" marR="247650" indent="-227329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representing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mix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31517"/>
            <a:ext cx="339471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ER</a:t>
            </a:r>
            <a:r>
              <a:rPr sz="4000" spc="-6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Design</a:t>
            </a:r>
            <a:r>
              <a:rPr sz="4000" spc="-5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Issues </a:t>
            </a:r>
            <a:r>
              <a:rPr sz="4000" i="1" dirty="0">
                <a:latin typeface="Calibri Light"/>
                <a:cs typeface="Calibri Light"/>
              </a:rPr>
              <a:t>Use</a:t>
            </a:r>
            <a:r>
              <a:rPr sz="4000" i="1" spc="-145" dirty="0">
                <a:latin typeface="Calibri Light"/>
                <a:cs typeface="Calibri Light"/>
              </a:rPr>
              <a:t> </a:t>
            </a:r>
            <a:r>
              <a:rPr sz="4000" i="1" dirty="0">
                <a:latin typeface="Calibri Light"/>
                <a:cs typeface="Calibri Light"/>
              </a:rPr>
              <a:t>of</a:t>
            </a:r>
            <a:r>
              <a:rPr sz="4000" i="1" spc="-140" dirty="0">
                <a:latin typeface="Calibri Light"/>
                <a:cs typeface="Calibri Light"/>
              </a:rPr>
              <a:t> </a:t>
            </a:r>
            <a:r>
              <a:rPr sz="4000" i="1" dirty="0">
                <a:latin typeface="Calibri Light"/>
                <a:cs typeface="Calibri Light"/>
              </a:rPr>
              <a:t>Binary</a:t>
            </a:r>
            <a:r>
              <a:rPr sz="4000" i="1" spc="-170" dirty="0">
                <a:latin typeface="Calibri Light"/>
                <a:cs typeface="Calibri Light"/>
              </a:rPr>
              <a:t> </a:t>
            </a:r>
            <a:r>
              <a:rPr sz="4000" i="1" spc="-25" dirty="0">
                <a:latin typeface="Calibri Light"/>
                <a:cs typeface="Calibri Light"/>
              </a:rPr>
              <a:t>vs </a:t>
            </a:r>
            <a:r>
              <a:rPr sz="4000" i="1" spc="-30" dirty="0">
                <a:latin typeface="Calibri Light"/>
                <a:cs typeface="Calibri Light"/>
              </a:rPr>
              <a:t>n-</a:t>
            </a:r>
            <a:r>
              <a:rPr sz="4000" i="1" spc="-25" dirty="0">
                <a:latin typeface="Calibri Light"/>
                <a:cs typeface="Calibri Light"/>
              </a:rPr>
              <a:t>ary </a:t>
            </a:r>
            <a:r>
              <a:rPr sz="4000" i="1" spc="-35" dirty="0">
                <a:latin typeface="Calibri Light"/>
                <a:cs typeface="Calibri Light"/>
              </a:rPr>
              <a:t>Relationship</a:t>
            </a:r>
            <a:r>
              <a:rPr sz="4000" i="1" spc="-114" dirty="0">
                <a:latin typeface="Calibri Light"/>
                <a:cs typeface="Calibri Light"/>
              </a:rPr>
              <a:t> </a:t>
            </a:r>
            <a:r>
              <a:rPr sz="4000" i="1" spc="-20" dirty="0">
                <a:latin typeface="Calibri Light"/>
                <a:cs typeface="Calibri Light"/>
              </a:rPr>
              <a:t>Sets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784352"/>
            <a:ext cx="4947920" cy="51625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46990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5" dirty="0">
                <a:latin typeface="Calibri"/>
                <a:cs typeface="Calibri"/>
              </a:rPr>
              <a:t>Generally,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described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binary 	relationships.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non-binary 	relationships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several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relationships.</a:t>
            </a:r>
            <a:endParaRPr sz="2400">
              <a:latin typeface="Calibri"/>
              <a:cs typeface="Calibri"/>
            </a:endParaRPr>
          </a:p>
          <a:p>
            <a:pPr marL="240029" marR="99695" indent="-227329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ternary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 	</a:t>
            </a:r>
            <a:r>
              <a:rPr sz="2400" dirty="0">
                <a:latin typeface="Calibri"/>
                <a:cs typeface="Calibri"/>
              </a:rPr>
              <a:t>'parent'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his 	</a:t>
            </a:r>
            <a:r>
              <a:rPr sz="2400" spc="-35" dirty="0">
                <a:latin typeface="Calibri"/>
                <a:cs typeface="Calibri"/>
              </a:rPr>
              <a:t>father,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mother.</a:t>
            </a:r>
            <a:endParaRPr sz="2400">
              <a:latin typeface="Calibri"/>
              <a:cs typeface="Calibri"/>
            </a:endParaRPr>
          </a:p>
          <a:p>
            <a:pPr marL="240029" marR="269875" indent="-227329">
              <a:lnSpc>
                <a:spcPts val="23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binary 	relationships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father,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child.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8000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Thus,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non- 	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distinct 	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i="0" dirty="0">
                <a:latin typeface="Calibri Light"/>
                <a:cs typeface="Calibri Light"/>
              </a:rPr>
              <a:t>ER</a:t>
            </a:r>
            <a:r>
              <a:rPr i="0" spc="-60" dirty="0">
                <a:latin typeface="Calibri Light"/>
                <a:cs typeface="Calibri Light"/>
              </a:rPr>
              <a:t> </a:t>
            </a:r>
            <a:r>
              <a:rPr i="0" dirty="0">
                <a:latin typeface="Calibri Light"/>
                <a:cs typeface="Calibri Light"/>
              </a:rPr>
              <a:t>Design</a:t>
            </a:r>
            <a:r>
              <a:rPr i="0" spc="-55" dirty="0">
                <a:latin typeface="Calibri Light"/>
                <a:cs typeface="Calibri Light"/>
              </a:rPr>
              <a:t> </a:t>
            </a:r>
            <a:r>
              <a:rPr i="0" spc="-10" dirty="0">
                <a:latin typeface="Calibri Light"/>
                <a:cs typeface="Calibri Light"/>
              </a:rPr>
              <a:t>Issues </a:t>
            </a:r>
            <a:r>
              <a:rPr spc="-10" dirty="0"/>
              <a:t>Placing Relationship 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0167" y="1145285"/>
            <a:ext cx="5039360" cy="44704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ratios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spc="-10" dirty="0">
                <a:latin typeface="Calibri"/>
                <a:cs typeface="Calibri"/>
              </a:rPr>
              <a:t>affective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20" dirty="0">
                <a:latin typeface="Calibri"/>
                <a:cs typeface="Calibri"/>
              </a:rPr>
              <a:t>one-to-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one-to-many 	</a:t>
            </a: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participating 	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 	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  <a:p>
            <a:pPr marL="240029" marR="31623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specified 	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 	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possess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characteristics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spc="-10" dirty="0">
                <a:latin typeface="Calibri"/>
                <a:cs typeface="Calibri"/>
              </a:rPr>
              <a:t>world 	enterprise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modelled.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i="0" dirty="0">
                <a:latin typeface="Calibri Light"/>
                <a:cs typeface="Calibri Light"/>
              </a:rPr>
              <a:t>ER</a:t>
            </a:r>
            <a:r>
              <a:rPr i="0" spc="-60" dirty="0">
                <a:latin typeface="Calibri Light"/>
                <a:cs typeface="Calibri Light"/>
              </a:rPr>
              <a:t> </a:t>
            </a:r>
            <a:r>
              <a:rPr i="0" dirty="0">
                <a:latin typeface="Calibri Light"/>
                <a:cs typeface="Calibri Light"/>
              </a:rPr>
              <a:t>Design</a:t>
            </a:r>
            <a:r>
              <a:rPr i="0" spc="-55" dirty="0">
                <a:latin typeface="Calibri Light"/>
                <a:cs typeface="Calibri Light"/>
              </a:rPr>
              <a:t> </a:t>
            </a:r>
            <a:r>
              <a:rPr i="0" spc="-10" dirty="0">
                <a:latin typeface="Calibri Light"/>
                <a:cs typeface="Calibri Light"/>
              </a:rPr>
              <a:t>Issues </a:t>
            </a:r>
            <a:r>
              <a:rPr spc="-10" dirty="0"/>
              <a:t>Placing Relationship 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0167" y="980694"/>
            <a:ext cx="5062220" cy="47999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combination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participating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determining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entity. 	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associated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many-</a:t>
            </a:r>
            <a:r>
              <a:rPr sz="2400" spc="-25" dirty="0">
                <a:latin typeface="Calibri"/>
                <a:cs typeface="Calibri"/>
              </a:rPr>
              <a:t>to-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sets.</a:t>
            </a:r>
            <a:endParaRPr sz="2400">
              <a:latin typeface="Calibri"/>
              <a:cs typeface="Calibri"/>
            </a:endParaRPr>
          </a:p>
          <a:p>
            <a:pPr marL="240029" marR="1841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Thus,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involved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designing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modelling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ER 	</a:t>
            </a:r>
            <a:r>
              <a:rPr sz="2400" dirty="0">
                <a:latin typeface="Calibri"/>
                <a:cs typeface="Calibri"/>
              </a:rPr>
              <a:t>diagram.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spc="-10" dirty="0">
                <a:latin typeface="Calibri"/>
                <a:cs typeface="Calibri"/>
              </a:rPr>
              <a:t>analyze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enterprise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connectivity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378</Words>
  <Application>Microsoft Office PowerPoint</Application>
  <PresentationFormat>Widescreen</PresentationFormat>
  <Paragraphs>143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Component of ER Diagram</vt:lpstr>
      <vt:lpstr>PowerPoint Presentation</vt:lpstr>
      <vt:lpstr>PowerPoint Presentation</vt:lpstr>
      <vt:lpstr>PowerPoint Presentation</vt:lpstr>
      <vt:lpstr>Key Attribute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Many-to- Many Relationship</vt:lpstr>
      <vt:lpstr>PowerPoint Presentation</vt:lpstr>
      <vt:lpstr>Types of Relationship (One-to-Many Relationship)</vt:lpstr>
      <vt:lpstr>Types of Relationship (Many-to-One Relationship)</vt:lpstr>
      <vt:lpstr>Types of Relationship (Many-to-Many Relationship)</vt:lpstr>
      <vt:lpstr>PowerPoint Presentation</vt:lpstr>
      <vt:lpstr>PowerPoint Presentation</vt:lpstr>
      <vt:lpstr>Cardinality and Modality</vt:lpstr>
      <vt:lpstr>PowerPoint Presentation</vt:lpstr>
      <vt:lpstr>Use of Binary vs n-ary Relationship Sets</vt:lpstr>
      <vt:lpstr>PowerPoint Presentation</vt:lpstr>
      <vt:lpstr>PowerPoint Presentation</vt:lpstr>
      <vt:lpstr>PowerPoint Presentation</vt:lpstr>
      <vt:lpstr>ER Design Issues Placing Relationship Attributes</vt:lpstr>
      <vt:lpstr>ER Design Issues Placing Relationship Attributes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2025-01-14T07:31:30Z</dcterms:created>
  <dcterms:modified xsi:type="dcterms:W3CDTF">2025-07-02T04:47:42Z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2025-01-14T00:00:00Z</vt:filetime>
  </property>
  <property fmtid="{D5CDD505-2E9C-101B-9397-08002B2CF9AE}" pid="5" name="Producer">
    <vt:lpwstr>Microsoft® PowerPoint® for Microsoft 365</vt:lpwstr>
  </property>
</Properties>
</file>