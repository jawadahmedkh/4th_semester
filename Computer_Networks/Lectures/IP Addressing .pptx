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hapter-19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Chapter-19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Chapter-19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Chapter-19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Chapter-19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Chapter-19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Chapter-19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Chapter-19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Chapter-19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Chapter-19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Chapter-19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Chapter-19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Chapter-19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Chapter-19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Chapter-19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Chapter-19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Chapter-19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Chapter-19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Chapter-19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Chapter-19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Chapter-19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Chapter-19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Chapter-19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Chapter-19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Chapter-19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Chapter-19-2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Chapter-19-2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Chapter-19-2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Chapter-19-2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Chapter-19-3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Chapter-19-3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Chapter-19-3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-Chapter-19-3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-Chapter-19-3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-Chapter-19-3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-Chapter-19-3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-Chapter-19-3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-Chapter-19-3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-Chapter-19-3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-Chapter-19-4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-Chapter-19-4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-Chapter-19-4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-Chapter-19-4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-Chapter-19-4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-Chapter-19-4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-Chapter-19-4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-Chapter-19-4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-Chapter-19-4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-Chapter-19-4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-Chapter-19-5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-Chapter-19-5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-Chapter-19-5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-Chapter-19-5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-Chapter-19-5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-Chapter-19-5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6-Chapter-19-5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-Chapter-19-5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-Chapter-19-5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-Chapter-19-5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