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832739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5286" y="1774215"/>
            <a:ext cx="10200640" cy="4300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0"/>
            <a:ext cx="1219198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8089" y="2178507"/>
            <a:ext cx="6200140" cy="17633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989330" marR="5080" indent="-977265">
              <a:lnSpc>
                <a:spcPts val="6480"/>
              </a:lnSpc>
              <a:spcBef>
                <a:spcPts val="915"/>
              </a:spcBef>
            </a:pPr>
            <a:r>
              <a:rPr sz="6000" dirty="0">
                <a:solidFill>
                  <a:srgbClr val="FFFFFF"/>
                </a:solidFill>
              </a:rPr>
              <a:t>Computer</a:t>
            </a:r>
            <a:r>
              <a:rPr sz="6000" spc="-60" dirty="0">
                <a:solidFill>
                  <a:srgbClr val="FFFFFF"/>
                </a:solidFill>
              </a:rPr>
              <a:t> </a:t>
            </a:r>
            <a:r>
              <a:rPr sz="6000" spc="-25" dirty="0">
                <a:solidFill>
                  <a:srgbClr val="FFFFFF"/>
                </a:solidFill>
              </a:rPr>
              <a:t>Networks </a:t>
            </a:r>
            <a:r>
              <a:rPr sz="6000" spc="-10" dirty="0">
                <a:solidFill>
                  <a:srgbClr val="FFFFFF"/>
                </a:solidFill>
              </a:rPr>
              <a:t>[</a:t>
            </a:r>
            <a:r>
              <a:rPr sz="6000" i="1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Introductory</a:t>
            </a:r>
            <a:r>
              <a:rPr sz="6000" spc="-10" dirty="0">
                <a:solidFill>
                  <a:srgbClr val="FFFFFF"/>
                </a:solidFill>
              </a:rPr>
              <a:t>]</a:t>
            </a:r>
            <a:endParaRPr sz="6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4038" y="4045204"/>
            <a:ext cx="3960495" cy="474488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Course</a:t>
            </a:r>
            <a:r>
              <a:rPr spc="-10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11454" marR="75565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12725" algn="l"/>
              </a:tabLst>
            </a:pPr>
            <a:r>
              <a:rPr sz="2800" b="0" dirty="0">
                <a:latin typeface="Calibri"/>
                <a:cs typeface="Calibri"/>
              </a:rPr>
              <a:t>This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course</a:t>
            </a:r>
            <a:r>
              <a:rPr sz="2800" b="0" spc="-7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introduces</a:t>
            </a:r>
            <a:r>
              <a:rPr sz="2800" b="0" spc="-5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the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basic</a:t>
            </a:r>
            <a:r>
              <a:rPr sz="2800" b="0" spc="-7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concept</a:t>
            </a:r>
            <a:r>
              <a:rPr sz="2800" b="0" spc="-8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of</a:t>
            </a:r>
            <a:r>
              <a:rPr sz="2800" b="0" spc="-9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computer</a:t>
            </a:r>
            <a:r>
              <a:rPr sz="2800" b="0" spc="-7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network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-95" dirty="0">
                <a:latin typeface="Calibri"/>
                <a:cs typeface="Calibri"/>
              </a:rPr>
              <a:t> </a:t>
            </a:r>
            <a:r>
              <a:rPr sz="2800" b="0" spc="-25" dirty="0">
                <a:latin typeface="Calibri"/>
                <a:cs typeface="Calibri"/>
              </a:rPr>
              <a:t>the 	</a:t>
            </a:r>
            <a:r>
              <a:rPr sz="2800" b="0" spc="-10" dirty="0">
                <a:latin typeface="Calibri"/>
                <a:cs typeface="Calibri"/>
              </a:rPr>
              <a:t>students.</a:t>
            </a:r>
            <a:endParaRPr sz="2800">
              <a:latin typeface="Calibri"/>
              <a:cs typeface="Calibri"/>
            </a:endParaRPr>
          </a:p>
          <a:p>
            <a:pPr marL="211454" marR="5080" indent="-22796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12725" algn="l"/>
              </a:tabLst>
            </a:pPr>
            <a:r>
              <a:rPr sz="2800" b="0" dirty="0">
                <a:latin typeface="Calibri"/>
                <a:cs typeface="Calibri"/>
              </a:rPr>
              <a:t>Network</a:t>
            </a:r>
            <a:r>
              <a:rPr sz="2800" b="0" spc="-9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layers,</a:t>
            </a:r>
            <a:r>
              <a:rPr sz="2800" b="0" spc="-10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Network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models</a:t>
            </a:r>
            <a:r>
              <a:rPr sz="2800" b="0" spc="-8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(OSI,</a:t>
            </a:r>
            <a:r>
              <a:rPr sz="2800" b="0" spc="-100" dirty="0">
                <a:latin typeface="Calibri"/>
                <a:cs typeface="Calibri"/>
              </a:rPr>
              <a:t> </a:t>
            </a:r>
            <a:r>
              <a:rPr sz="2800" b="0" spc="-20" dirty="0">
                <a:latin typeface="Calibri"/>
                <a:cs typeface="Calibri"/>
              </a:rPr>
              <a:t>TCP/IP)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and</a:t>
            </a:r>
            <a:r>
              <a:rPr sz="2800" b="0" spc="-9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protocol</a:t>
            </a:r>
            <a:r>
              <a:rPr sz="2800" b="0" spc="-9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standards 	</a:t>
            </a:r>
            <a:r>
              <a:rPr sz="2800" b="0" dirty="0">
                <a:latin typeface="Calibri"/>
                <a:cs typeface="Calibri"/>
              </a:rPr>
              <a:t>are</a:t>
            </a:r>
            <a:r>
              <a:rPr sz="2800" b="0" spc="-3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part</a:t>
            </a:r>
            <a:r>
              <a:rPr sz="2800" b="0" spc="-2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of</a:t>
            </a:r>
            <a:r>
              <a:rPr sz="2800" b="0" spc="-3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the</a:t>
            </a:r>
            <a:r>
              <a:rPr sz="2800" b="0" spc="-2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course.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Course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70" dirty="0"/>
              <a:t> </a:t>
            </a:r>
            <a:r>
              <a:rPr dirty="0"/>
              <a:t>Outcomes</a:t>
            </a:r>
            <a:r>
              <a:rPr spc="-70" dirty="0"/>
              <a:t> </a:t>
            </a:r>
            <a:r>
              <a:rPr spc="-10" dirty="0"/>
              <a:t>(CLOs)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2551163"/>
            <a:ext cx="10520934" cy="534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3142475"/>
            <a:ext cx="10520934" cy="5326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3733774"/>
            <a:ext cx="10520934" cy="5326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627" y="4325111"/>
            <a:ext cx="10520934" cy="5326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3627" y="4916398"/>
            <a:ext cx="10520934" cy="53266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5227" y="2606420"/>
            <a:ext cx="10289540" cy="272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Describe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key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terminologies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technologies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networks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ct val="176300"/>
              </a:lnSpc>
            </a:pPr>
            <a:r>
              <a:rPr sz="2200" dirty="0">
                <a:latin typeface="Calibri"/>
                <a:cs typeface="Calibri"/>
              </a:rPr>
              <a:t>Explain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layer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Internet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protocol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stack. </a:t>
            </a:r>
            <a:r>
              <a:rPr sz="2200" dirty="0">
                <a:latin typeface="Calibri"/>
                <a:cs typeface="Calibri"/>
              </a:rPr>
              <a:t>Identify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various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internetworking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protocols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their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networking. Analyze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working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performance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key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technologies,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algorithms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2200" dirty="0">
                <a:latin typeface="Calibri"/>
                <a:cs typeface="Calibri"/>
              </a:rPr>
              <a:t>Build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various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Topologies.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Course</a:t>
            </a:r>
            <a:r>
              <a:rPr spc="-105" dirty="0"/>
              <a:t> </a:t>
            </a: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8548"/>
            <a:ext cx="6031865" cy="42411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Introduction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architecture,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basic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networking,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topologies,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layered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architecture,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physical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functionality,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functionality,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techniques,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circuit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switching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switching,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LAN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technologies,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Course</a:t>
            </a:r>
            <a:r>
              <a:rPr spc="-105" dirty="0"/>
              <a:t> </a:t>
            </a: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0400"/>
            <a:ext cx="5990590" cy="43649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wireless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networks,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MAC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addressing,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networking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devices,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layer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protocols,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IPv4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IPv6,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IP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addressing,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netting,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CIDR,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routing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protocols,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transport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layer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protocols,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ports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sockets,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connection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establishment,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flow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congestion control,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application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layer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protocols,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latest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trends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Reference</a:t>
            </a:r>
            <a:r>
              <a:rPr spc="-160" dirty="0"/>
              <a:t> </a:t>
            </a:r>
            <a:r>
              <a:rPr spc="-20" dirty="0"/>
              <a:t>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28580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Networking: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80" dirty="0">
                <a:latin typeface="Calibri"/>
                <a:cs typeface="Calibri"/>
              </a:rPr>
              <a:t>Top-</a:t>
            </a:r>
            <a:r>
              <a:rPr sz="2800" dirty="0">
                <a:latin typeface="Calibri"/>
                <a:cs typeface="Calibri"/>
              </a:rPr>
              <a:t>Down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Featuring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Internet, 	</a:t>
            </a:r>
            <a:r>
              <a:rPr sz="2800" dirty="0">
                <a:latin typeface="Calibri"/>
                <a:cs typeface="Calibri"/>
              </a:rPr>
              <a:t>6th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edition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James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14" dirty="0">
                <a:latin typeface="Calibri"/>
                <a:cs typeface="Calibri"/>
              </a:rPr>
              <a:t>F.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Kurose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45" dirty="0">
                <a:latin typeface="Calibri"/>
                <a:cs typeface="Calibri"/>
              </a:rPr>
              <a:t>W.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Ross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5th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Edition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Andrew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S.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Tanenbaum</a:t>
            </a:r>
            <a:endParaRPr sz="2800">
              <a:latin typeface="Calibri"/>
              <a:cs typeface="Calibri"/>
            </a:endParaRPr>
          </a:p>
          <a:p>
            <a:pPr marL="240029" marR="1113790" indent="-227965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10th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Edition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William 	Stallings</a:t>
            </a:r>
            <a:endParaRPr sz="2800">
              <a:latin typeface="Calibri"/>
              <a:cs typeface="Calibri"/>
            </a:endParaRPr>
          </a:p>
          <a:p>
            <a:pPr marL="239395" marR="1143635" indent="-227329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5th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Edition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by 	</a:t>
            </a:r>
            <a:r>
              <a:rPr sz="2800" dirty="0">
                <a:latin typeface="Calibri"/>
                <a:cs typeface="Calibri"/>
              </a:rPr>
              <a:t>Behrouz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Forouzan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Network?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755" cy="3011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computer</a:t>
            </a:r>
            <a:r>
              <a:rPr sz="2800" b="1" spc="1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network</a:t>
            </a:r>
            <a:r>
              <a:rPr sz="2800" b="1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devices/nodes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links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so 	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interact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share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resources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computer,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printer,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capable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sending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receiving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links</a:t>
            </a:r>
            <a:r>
              <a:rPr sz="2800" spc="2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connecting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nodes</a:t>
            </a:r>
            <a:r>
              <a:rPr sz="2800" spc="2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2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275" dirty="0">
                <a:latin typeface="Calibri"/>
                <a:cs typeface="Calibri"/>
              </a:rPr>
              <a:t>  </a:t>
            </a:r>
            <a:r>
              <a:rPr sz="2800" b="1" spc="-10" dirty="0">
                <a:latin typeface="Calibri"/>
                <a:cs typeface="Calibri"/>
              </a:rPr>
              <a:t>communication 	channels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Network?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9390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uses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b="1" i="1" dirty="0">
                <a:latin typeface="Calibri"/>
                <a:cs typeface="Calibri"/>
              </a:rPr>
              <a:t>distributed</a:t>
            </a:r>
            <a:r>
              <a:rPr sz="2800" b="1" i="1" spc="145" dirty="0">
                <a:latin typeface="Calibri"/>
                <a:cs typeface="Calibri"/>
              </a:rPr>
              <a:t>  </a:t>
            </a:r>
            <a:r>
              <a:rPr sz="2800" b="1" i="1" dirty="0">
                <a:latin typeface="Calibri"/>
                <a:cs typeface="Calibri"/>
              </a:rPr>
              <a:t>processing</a:t>
            </a:r>
            <a:r>
              <a:rPr sz="2800" b="1" i="1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task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dirty="0">
                <a:latin typeface="Calibri"/>
                <a:cs typeface="Calibri"/>
              </a:rPr>
              <a:t>divided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among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several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computers.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Instead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computer 	</a:t>
            </a:r>
            <a:r>
              <a:rPr sz="2800" dirty="0">
                <a:latin typeface="Calibri"/>
                <a:cs typeface="Calibri"/>
              </a:rPr>
              <a:t>handling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task,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subset.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aligns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correct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understanding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distributed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processing, 	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task.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Advantages</a:t>
            </a:r>
            <a:r>
              <a:rPr spc="-12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Distributed</a:t>
            </a:r>
            <a:r>
              <a:rPr spc="-114" dirty="0"/>
              <a:t> </a:t>
            </a:r>
            <a:r>
              <a:rPr spc="-10" dirty="0"/>
              <a:t>Processing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879092"/>
            <a:ext cx="10520934" cy="5814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3374135"/>
            <a:ext cx="10520934" cy="5814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4347959"/>
            <a:ext cx="10520934" cy="5798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pc="-10" dirty="0"/>
              <a:t>Security:</a:t>
            </a:r>
          </a:p>
          <a:p>
            <a:pPr marL="397510" indent="-170815">
              <a:lnSpc>
                <a:spcPct val="100000"/>
              </a:lnSpc>
              <a:spcBef>
                <a:spcPts val="1030"/>
              </a:spcBef>
              <a:buChar char="•"/>
              <a:tabLst>
                <a:tab pos="397510" algn="l"/>
              </a:tabLst>
            </a:pPr>
            <a:r>
              <a:rPr sz="1900" b="0" dirty="0">
                <a:latin typeface="Calibri"/>
                <a:cs typeface="Calibri"/>
              </a:rPr>
              <a:t>It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provides</a:t>
            </a:r>
            <a:r>
              <a:rPr sz="1900" b="0" spc="-2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limited</a:t>
            </a:r>
            <a:r>
              <a:rPr sz="1900" b="0" spc="-40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interaction</a:t>
            </a:r>
            <a:r>
              <a:rPr sz="1900" b="0" spc="-4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that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user</a:t>
            </a:r>
            <a:r>
              <a:rPr sz="1900" b="0" spc="-6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can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have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with</a:t>
            </a:r>
            <a:r>
              <a:rPr sz="1900" b="0" spc="-4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the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entire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system.</a:t>
            </a:r>
            <a:endParaRPr sz="1900">
              <a:latin typeface="Calibri"/>
              <a:cs typeface="Calibri"/>
            </a:endParaRPr>
          </a:p>
          <a:p>
            <a:pPr marL="396875" marR="5080" indent="-170815">
              <a:lnSpc>
                <a:spcPts val="2090"/>
              </a:lnSpc>
              <a:spcBef>
                <a:spcPts val="500"/>
              </a:spcBef>
              <a:buChar char="•"/>
              <a:tabLst>
                <a:tab pos="398780" algn="l"/>
              </a:tabLst>
            </a:pPr>
            <a:r>
              <a:rPr sz="1900" b="0" dirty="0">
                <a:latin typeface="Calibri"/>
                <a:cs typeface="Calibri"/>
              </a:rPr>
              <a:t>For</a:t>
            </a:r>
            <a:r>
              <a:rPr sz="1900" b="0" spc="-60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example,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bank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allows</a:t>
            </a:r>
            <a:r>
              <a:rPr sz="1900" b="0" spc="-4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the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users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to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access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their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own</a:t>
            </a:r>
            <a:r>
              <a:rPr sz="1900" b="0" spc="-4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accounts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through</a:t>
            </a:r>
            <a:r>
              <a:rPr sz="1900" b="0" spc="-3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an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spc="-40" dirty="0">
                <a:latin typeface="Calibri"/>
                <a:cs typeface="Calibri"/>
              </a:rPr>
              <a:t>ATM</a:t>
            </a:r>
            <a:r>
              <a:rPr sz="1900" b="0" spc="-4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without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allowing 	</a:t>
            </a:r>
            <a:r>
              <a:rPr sz="1900" b="0" dirty="0">
                <a:latin typeface="Calibri"/>
                <a:cs typeface="Calibri"/>
              </a:rPr>
              <a:t>them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to</a:t>
            </a:r>
            <a:r>
              <a:rPr sz="1900" b="0" spc="-4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access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the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bank's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entire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database.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pc="-20" dirty="0"/>
              <a:t>Faster</a:t>
            </a:r>
            <a:r>
              <a:rPr spc="-75" dirty="0"/>
              <a:t> </a:t>
            </a:r>
            <a:r>
              <a:rPr dirty="0"/>
              <a:t>problem</a:t>
            </a:r>
            <a:r>
              <a:rPr spc="-55" dirty="0"/>
              <a:t> </a:t>
            </a:r>
            <a:r>
              <a:rPr spc="-10" dirty="0"/>
              <a:t>solving:</a:t>
            </a:r>
          </a:p>
          <a:p>
            <a:pPr marL="398145" indent="-171450">
              <a:lnSpc>
                <a:spcPct val="100000"/>
              </a:lnSpc>
              <a:spcBef>
                <a:spcPts val="1025"/>
              </a:spcBef>
              <a:buChar char="•"/>
              <a:tabLst>
                <a:tab pos="398145" algn="l"/>
              </a:tabLst>
            </a:pPr>
            <a:r>
              <a:rPr sz="1900" b="0" dirty="0">
                <a:latin typeface="Calibri"/>
                <a:cs typeface="Calibri"/>
              </a:rPr>
              <a:t>Multiple</a:t>
            </a:r>
            <a:r>
              <a:rPr sz="1900" b="0" spc="-45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computers</a:t>
            </a:r>
            <a:r>
              <a:rPr sz="1900" b="0" spc="-3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can</a:t>
            </a:r>
            <a:r>
              <a:rPr sz="1900" b="0" spc="-6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solve</a:t>
            </a:r>
            <a:r>
              <a:rPr sz="1900" b="0" spc="-4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the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problem</a:t>
            </a:r>
            <a:r>
              <a:rPr sz="1900" b="0" spc="-35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faster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than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</a:t>
            </a:r>
            <a:r>
              <a:rPr sz="1900" b="0" spc="-6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single</a:t>
            </a:r>
            <a:r>
              <a:rPr sz="1900" b="0" spc="-4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machine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working</a:t>
            </a:r>
            <a:r>
              <a:rPr sz="1900" b="0" spc="-45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alone.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/>
              <a:t>Security</a:t>
            </a:r>
            <a:r>
              <a:rPr spc="-55" dirty="0"/>
              <a:t> </a:t>
            </a:r>
            <a:r>
              <a:rPr dirty="0"/>
              <a:t>through</a:t>
            </a:r>
            <a:r>
              <a:rPr spc="-55" dirty="0"/>
              <a:t> </a:t>
            </a:r>
            <a:r>
              <a:rPr spc="-10" dirty="0"/>
              <a:t>redundancy:</a:t>
            </a:r>
          </a:p>
          <a:p>
            <a:pPr marL="396875" marR="250190" indent="-170815">
              <a:lnSpc>
                <a:spcPts val="2090"/>
              </a:lnSpc>
              <a:spcBef>
                <a:spcPts val="1250"/>
              </a:spcBef>
              <a:buChar char="•"/>
              <a:tabLst>
                <a:tab pos="398780" algn="l"/>
              </a:tabLst>
            </a:pPr>
            <a:r>
              <a:rPr sz="1900" b="0" dirty="0">
                <a:latin typeface="Calibri"/>
                <a:cs typeface="Calibri"/>
              </a:rPr>
              <a:t>Multiple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computers</a:t>
            </a:r>
            <a:r>
              <a:rPr sz="1900" b="0" spc="-3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running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the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same</a:t>
            </a:r>
            <a:r>
              <a:rPr sz="1900" b="0" spc="-65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program</a:t>
            </a:r>
            <a:r>
              <a:rPr sz="1900" b="0" spc="-3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at</a:t>
            </a:r>
            <a:r>
              <a:rPr sz="1900" b="0" spc="-6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the</a:t>
            </a:r>
            <a:r>
              <a:rPr sz="1900" b="0" spc="-5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same</a:t>
            </a:r>
            <a:r>
              <a:rPr sz="1900" b="0" spc="-6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time</a:t>
            </a:r>
            <a:r>
              <a:rPr sz="1900" b="0" spc="-6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can</a:t>
            </a:r>
            <a:r>
              <a:rPr sz="1900" b="0" spc="-7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provide</a:t>
            </a:r>
            <a:r>
              <a:rPr sz="1900" b="0" spc="-20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the</a:t>
            </a:r>
            <a:r>
              <a:rPr sz="1900" b="0" spc="-65" dirty="0">
                <a:latin typeface="Calibri"/>
                <a:cs typeface="Calibri"/>
              </a:rPr>
              <a:t> </a:t>
            </a:r>
            <a:r>
              <a:rPr sz="1900" b="0" dirty="0">
                <a:latin typeface="Calibri"/>
                <a:cs typeface="Calibri"/>
              </a:rPr>
              <a:t>security</a:t>
            </a:r>
            <a:r>
              <a:rPr sz="1900" b="0" spc="-55" dirty="0">
                <a:latin typeface="Calibri"/>
                <a:cs typeface="Calibri"/>
              </a:rPr>
              <a:t> </a:t>
            </a:r>
            <a:r>
              <a:rPr sz="1900" b="0" spc="-10" dirty="0">
                <a:latin typeface="Calibri"/>
                <a:cs typeface="Calibri"/>
              </a:rPr>
              <a:t>through 	redundancy.</a:t>
            </a:r>
            <a:endParaRPr sz="1900">
              <a:latin typeface="Calibri"/>
              <a:cs typeface="Calibri"/>
            </a:endParaRPr>
          </a:p>
          <a:p>
            <a:pPr marL="568325" marR="400685" lvl="1" indent="-169545">
              <a:lnSpc>
                <a:spcPts val="2090"/>
              </a:lnSpc>
              <a:spcBef>
                <a:spcPts val="465"/>
              </a:spcBef>
              <a:buChar char="•"/>
              <a:tabLst>
                <a:tab pos="569595" algn="l"/>
              </a:tabLst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example,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four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computers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run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program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hardware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error, 	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other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override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it.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Uses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Computer</a:t>
            </a:r>
            <a:r>
              <a:rPr spc="-1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862315"/>
            <a:ext cx="10520934" cy="4610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2788907"/>
            <a:ext cx="10520934" cy="4610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3973055"/>
            <a:ext cx="10520934" cy="4610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627" y="5155691"/>
            <a:ext cx="10520934" cy="461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0292" y="1774976"/>
            <a:ext cx="10116185" cy="433197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900" spc="-10" dirty="0">
                <a:latin typeface="Calibri"/>
                <a:cs typeface="Calibri"/>
              </a:rPr>
              <a:t>Resource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sharing:</a:t>
            </a:r>
            <a:endParaRPr sz="1900">
              <a:latin typeface="Calibri"/>
              <a:cs typeface="Calibri"/>
            </a:endParaRPr>
          </a:p>
          <a:p>
            <a:pPr marL="364490" marR="5080" indent="-113030">
              <a:lnSpc>
                <a:spcPts val="1639"/>
              </a:lnSpc>
              <a:spcBef>
                <a:spcPts val="1010"/>
              </a:spcBef>
              <a:buChar char="•"/>
              <a:tabLst>
                <a:tab pos="365760" algn="l"/>
              </a:tabLst>
            </a:pPr>
            <a:r>
              <a:rPr sz="1500" spc="-10" dirty="0">
                <a:latin typeface="Calibri"/>
                <a:cs typeface="Calibri"/>
              </a:rPr>
              <a:t>Resource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sharing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sharing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resources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such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programs,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printers,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among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network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without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	</a:t>
            </a:r>
            <a:r>
              <a:rPr sz="1500" spc="-10" dirty="0">
                <a:latin typeface="Calibri"/>
                <a:cs typeface="Calibri"/>
              </a:rPr>
              <a:t>requirement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physical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location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resource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user.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900" spc="-20" dirty="0">
                <a:latin typeface="Calibri"/>
                <a:cs typeface="Calibri"/>
              </a:rPr>
              <a:t>Server-</a:t>
            </a:r>
            <a:r>
              <a:rPr sz="1900" dirty="0">
                <a:latin typeface="Calibri"/>
                <a:cs typeface="Calibri"/>
              </a:rPr>
              <a:t>Client </a:t>
            </a:r>
            <a:r>
              <a:rPr sz="1900" spc="-10" dirty="0">
                <a:latin typeface="Calibri"/>
                <a:cs typeface="Calibri"/>
              </a:rPr>
              <a:t>model:</a:t>
            </a:r>
            <a:endParaRPr sz="1900">
              <a:latin typeface="Calibri"/>
              <a:cs typeface="Calibri"/>
            </a:endParaRPr>
          </a:p>
          <a:p>
            <a:pPr marL="364490" marR="393065" indent="-113030">
              <a:lnSpc>
                <a:spcPts val="1639"/>
              </a:lnSpc>
              <a:spcBef>
                <a:spcPts val="1010"/>
              </a:spcBef>
              <a:buChar char="•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Computer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networking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server-</a:t>
            </a:r>
            <a:r>
              <a:rPr sz="1500" dirty="0">
                <a:latin typeface="Calibri"/>
                <a:cs typeface="Calibri"/>
              </a:rPr>
              <a:t>client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model.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server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central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computer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store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information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 	</a:t>
            </a:r>
            <a:r>
              <a:rPr sz="1500" spc="-10" dirty="0">
                <a:latin typeface="Calibri"/>
                <a:cs typeface="Calibri"/>
              </a:rPr>
              <a:t>maintained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administrator.</a:t>
            </a:r>
            <a:endParaRPr sz="1500">
              <a:latin typeface="Calibri"/>
              <a:cs typeface="Calibri"/>
            </a:endParaRPr>
          </a:p>
          <a:p>
            <a:pPr marL="364490" indent="-113030">
              <a:lnSpc>
                <a:spcPct val="100000"/>
              </a:lnSpc>
              <a:spcBef>
                <a:spcPts val="195"/>
              </a:spcBef>
              <a:buChar char="•"/>
              <a:tabLst>
                <a:tab pos="364490" algn="l"/>
              </a:tabLst>
            </a:pPr>
            <a:r>
              <a:rPr sz="1500" dirty="0">
                <a:latin typeface="Calibri"/>
                <a:cs typeface="Calibri"/>
              </a:rPr>
              <a:t>Clients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machines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access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information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stored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server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remotely.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900" spc="-10" dirty="0">
                <a:latin typeface="Calibri"/>
                <a:cs typeface="Calibri"/>
              </a:rPr>
              <a:t>Communication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medium:</a:t>
            </a:r>
            <a:endParaRPr sz="1900">
              <a:latin typeface="Calibri"/>
              <a:cs typeface="Calibri"/>
            </a:endParaRPr>
          </a:p>
          <a:p>
            <a:pPr marL="364490" indent="-113030">
              <a:lnSpc>
                <a:spcPct val="100000"/>
              </a:lnSpc>
              <a:spcBef>
                <a:spcPts val="825"/>
              </a:spcBef>
              <a:buChar char="•"/>
              <a:tabLst>
                <a:tab pos="364490" algn="l"/>
              </a:tabLst>
            </a:pPr>
            <a:r>
              <a:rPr sz="1500" dirty="0">
                <a:latin typeface="Calibri"/>
                <a:cs typeface="Calibri"/>
              </a:rPr>
              <a:t>Computer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network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behaves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communication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medium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among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users.</a:t>
            </a:r>
            <a:endParaRPr sz="1500">
              <a:latin typeface="Calibri"/>
              <a:cs typeface="Calibri"/>
            </a:endParaRPr>
          </a:p>
          <a:p>
            <a:pPr marL="365125" indent="-113664">
              <a:lnSpc>
                <a:spcPts val="1725"/>
              </a:lnSpc>
              <a:spcBef>
                <a:spcPts val="215"/>
              </a:spcBef>
              <a:buChar char="•"/>
              <a:tabLst>
                <a:tab pos="365125" algn="l"/>
              </a:tabLst>
            </a:pPr>
            <a:r>
              <a:rPr sz="1500" dirty="0">
                <a:latin typeface="Calibri"/>
                <a:cs typeface="Calibri"/>
              </a:rPr>
              <a:t>For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example,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company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contains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computer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email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employees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daily</a:t>
            </a:r>
            <a:endParaRPr sz="1500">
              <a:latin typeface="Calibri"/>
              <a:cs typeface="Calibri"/>
            </a:endParaRPr>
          </a:p>
          <a:p>
            <a:pPr marL="365760">
              <a:lnSpc>
                <a:spcPts val="1725"/>
              </a:lnSpc>
            </a:pPr>
            <a:r>
              <a:rPr sz="1500" spc="-10" dirty="0">
                <a:latin typeface="Calibri"/>
                <a:cs typeface="Calibri"/>
              </a:rPr>
              <a:t>communication.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900" spc="-20" dirty="0">
                <a:latin typeface="Calibri"/>
                <a:cs typeface="Calibri"/>
              </a:rPr>
              <a:t>E-</a:t>
            </a:r>
            <a:r>
              <a:rPr sz="1900" spc="-10" dirty="0">
                <a:latin typeface="Calibri"/>
                <a:cs typeface="Calibri"/>
              </a:rPr>
              <a:t>commerce:</a:t>
            </a:r>
            <a:endParaRPr sz="1900">
              <a:latin typeface="Calibri"/>
              <a:cs typeface="Calibri"/>
            </a:endParaRPr>
          </a:p>
          <a:p>
            <a:pPr marL="364490" indent="-113030">
              <a:lnSpc>
                <a:spcPct val="100000"/>
              </a:lnSpc>
              <a:spcBef>
                <a:spcPts val="825"/>
              </a:spcBef>
              <a:buChar char="•"/>
              <a:tabLst>
                <a:tab pos="364490" algn="l"/>
              </a:tabLst>
            </a:pPr>
            <a:r>
              <a:rPr sz="1500" dirty="0">
                <a:latin typeface="Calibri"/>
                <a:cs typeface="Calibri"/>
              </a:rPr>
              <a:t>Computer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network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also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important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businesses.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business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over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internet.</a:t>
            </a:r>
            <a:endParaRPr sz="1500">
              <a:latin typeface="Calibri"/>
              <a:cs typeface="Calibri"/>
            </a:endParaRPr>
          </a:p>
          <a:p>
            <a:pPr marL="3651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65125" algn="l"/>
              </a:tabLst>
            </a:pPr>
            <a:r>
              <a:rPr sz="1500" dirty="0">
                <a:latin typeface="Calibri"/>
                <a:cs typeface="Calibri"/>
              </a:rPr>
              <a:t>For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example,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amazon.com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their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business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over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internet,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i.e.,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their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business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over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internet.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Uses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Computer</a:t>
            </a:r>
            <a:r>
              <a:rPr spc="-1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2066531"/>
            <a:ext cx="10520934" cy="5082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2918447"/>
            <a:ext cx="10520934" cy="5082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3921226"/>
            <a:ext cx="10520934" cy="5098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627" y="4925555"/>
            <a:ext cx="10520934" cy="5082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0351" y="1963192"/>
            <a:ext cx="10194290" cy="3942079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100" dirty="0">
                <a:latin typeface="Calibri"/>
                <a:cs typeface="Calibri"/>
              </a:rPr>
              <a:t>Fast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Easy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Communication:</a:t>
            </a:r>
            <a:endParaRPr sz="2100">
              <a:latin typeface="Calibri"/>
              <a:cs typeface="Calibri"/>
            </a:endParaRPr>
          </a:p>
          <a:p>
            <a:pPr marL="412750" indent="-171450">
              <a:lnSpc>
                <a:spcPct val="100000"/>
              </a:lnSpc>
              <a:spcBef>
                <a:spcPts val="919"/>
              </a:spcBef>
              <a:buChar char="•"/>
              <a:tabLst>
                <a:tab pos="412750" algn="l"/>
              </a:tabLst>
            </a:pPr>
            <a:r>
              <a:rPr sz="1600" spc="-10" dirty="0">
                <a:latin typeface="Calibri"/>
                <a:cs typeface="Calibri"/>
              </a:rPr>
              <a:t>Networks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enable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digital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communication,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messaging,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sharing,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video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streaming.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100" dirty="0">
                <a:latin typeface="Calibri"/>
                <a:cs typeface="Calibri"/>
              </a:rPr>
              <a:t>More</a:t>
            </a:r>
            <a:r>
              <a:rPr sz="2100" spc="-1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Storage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Space:</a:t>
            </a:r>
            <a:endParaRPr sz="2100">
              <a:latin typeface="Calibri"/>
              <a:cs typeface="Calibri"/>
            </a:endParaRPr>
          </a:p>
          <a:p>
            <a:pPr marL="412750" indent="-171450">
              <a:lnSpc>
                <a:spcPts val="1835"/>
              </a:lnSpc>
              <a:spcBef>
                <a:spcPts val="919"/>
              </a:spcBef>
              <a:buChar char="•"/>
              <a:tabLst>
                <a:tab pos="412750" algn="l"/>
              </a:tabLst>
            </a:pPr>
            <a:r>
              <a:rPr sz="1600" dirty="0">
                <a:latin typeface="Calibri"/>
                <a:cs typeface="Calibri"/>
              </a:rPr>
              <a:t>Suppose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don’t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cloud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storage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physical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consume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physical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space</a:t>
            </a:r>
            <a:endParaRPr sz="1600">
              <a:latin typeface="Calibri"/>
              <a:cs typeface="Calibri"/>
            </a:endParaRPr>
          </a:p>
          <a:p>
            <a:pPr marL="414020">
              <a:lnSpc>
                <a:spcPts val="1835"/>
              </a:lnSpc>
            </a:pPr>
            <a:r>
              <a:rPr sz="1600" dirty="0">
                <a:latin typeface="Calibri"/>
                <a:cs typeface="Calibri"/>
              </a:rPr>
              <a:t>so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computer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network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storage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100" dirty="0">
                <a:latin typeface="Calibri"/>
                <a:cs typeface="Calibri"/>
              </a:rPr>
              <a:t>Easier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Sharing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Information:</a:t>
            </a:r>
            <a:endParaRPr sz="2100">
              <a:latin typeface="Calibri"/>
              <a:cs typeface="Calibri"/>
            </a:endParaRPr>
          </a:p>
          <a:p>
            <a:pPr marL="412750" marR="108585" indent="-171450">
              <a:lnSpc>
                <a:spcPts val="1750"/>
              </a:lnSpc>
              <a:spcBef>
                <a:spcPts val="1120"/>
              </a:spcBef>
              <a:buChar char="•"/>
              <a:tabLst>
                <a:tab pos="414020" algn="l"/>
              </a:tabLst>
            </a:pPr>
            <a:r>
              <a:rPr sz="1600" spc="-10" dirty="0">
                <a:latin typeface="Calibri"/>
                <a:cs typeface="Calibri"/>
              </a:rPr>
              <a:t>Networks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teams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resources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Teams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collaborate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easily, 	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faster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response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network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devices.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100" dirty="0">
                <a:latin typeface="Calibri"/>
                <a:cs typeface="Calibri"/>
              </a:rPr>
              <a:t>Better</a:t>
            </a:r>
            <a:r>
              <a:rPr sz="2100" spc="-11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Security:</a:t>
            </a:r>
            <a:endParaRPr sz="2100">
              <a:latin typeface="Calibri"/>
              <a:cs typeface="Calibri"/>
            </a:endParaRPr>
          </a:p>
          <a:p>
            <a:pPr marL="171450" marR="115570" indent="-171450" algn="ctr">
              <a:lnSpc>
                <a:spcPts val="1835"/>
              </a:lnSpc>
              <a:spcBef>
                <a:spcPts val="919"/>
              </a:spcBef>
              <a:buChar char="•"/>
              <a:tabLst>
                <a:tab pos="171450" algn="l"/>
              </a:tabLst>
            </a:pPr>
            <a:r>
              <a:rPr sz="1600" dirty="0">
                <a:latin typeface="Calibri"/>
                <a:cs typeface="Calibri"/>
              </a:rPr>
              <a:t>Well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reliable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businesses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options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keeping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safe.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with</a:t>
            </a:r>
            <a:endParaRPr sz="1600">
              <a:latin typeface="Calibri"/>
              <a:cs typeface="Calibri"/>
            </a:endParaRPr>
          </a:p>
          <a:p>
            <a:pPr marR="161290" algn="ctr">
              <a:lnSpc>
                <a:spcPts val="1835"/>
              </a:lnSpc>
            </a:pPr>
            <a:r>
              <a:rPr sz="1600" dirty="0">
                <a:latin typeface="Calibri"/>
                <a:cs typeface="Calibri"/>
              </a:rPr>
              <a:t>built-in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security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encryption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protect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sensitive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cyber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threats.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Computer</a:t>
            </a:r>
            <a:r>
              <a:rPr spc="-70" dirty="0"/>
              <a:t> </a:t>
            </a:r>
            <a:r>
              <a:rPr spc="-10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3114" y="1923414"/>
            <a:ext cx="10403840" cy="4156075"/>
            <a:chOff x="893114" y="1923414"/>
            <a:chExt cx="10403840" cy="4156075"/>
          </a:xfrm>
        </p:grpSpPr>
        <p:sp>
          <p:nvSpPr>
            <p:cNvPr id="4" name="object 4"/>
            <p:cNvSpPr/>
            <p:nvPr/>
          </p:nvSpPr>
          <p:spPr>
            <a:xfrm>
              <a:off x="906081" y="1929764"/>
              <a:ext cx="873760" cy="4143375"/>
            </a:xfrm>
            <a:custGeom>
              <a:avLst/>
              <a:gdLst/>
              <a:ahLst/>
              <a:cxnLst/>
              <a:rect l="l" t="t" r="r" b="b"/>
              <a:pathLst>
                <a:path w="873760" h="4143375">
                  <a:moveTo>
                    <a:pt x="15290" y="0"/>
                  </a:moveTo>
                  <a:lnTo>
                    <a:pt x="49268" y="34536"/>
                  </a:lnTo>
                  <a:lnTo>
                    <a:pt x="82559" y="69490"/>
                  </a:lnTo>
                  <a:lnTo>
                    <a:pt x="115164" y="104853"/>
                  </a:lnTo>
                  <a:lnTo>
                    <a:pt x="147082" y="140617"/>
                  </a:lnTo>
                  <a:lnTo>
                    <a:pt x="178314" y="176773"/>
                  </a:lnTo>
                  <a:lnTo>
                    <a:pt x="208860" y="213314"/>
                  </a:lnTo>
                  <a:lnTo>
                    <a:pt x="238719" y="250229"/>
                  </a:lnTo>
                  <a:lnTo>
                    <a:pt x="267892" y="287511"/>
                  </a:lnTo>
                  <a:lnTo>
                    <a:pt x="296378" y="325152"/>
                  </a:lnTo>
                  <a:lnTo>
                    <a:pt x="324178" y="363142"/>
                  </a:lnTo>
                  <a:lnTo>
                    <a:pt x="351292" y="401473"/>
                  </a:lnTo>
                  <a:lnTo>
                    <a:pt x="377719" y="440137"/>
                  </a:lnTo>
                  <a:lnTo>
                    <a:pt x="403459" y="479124"/>
                  </a:lnTo>
                  <a:lnTo>
                    <a:pt x="428513" y="518428"/>
                  </a:lnTo>
                  <a:lnTo>
                    <a:pt x="452881" y="558038"/>
                  </a:lnTo>
                  <a:lnTo>
                    <a:pt x="476563" y="597947"/>
                  </a:lnTo>
                  <a:lnTo>
                    <a:pt x="499558" y="638146"/>
                  </a:lnTo>
                  <a:lnTo>
                    <a:pt x="521866" y="678626"/>
                  </a:lnTo>
                  <a:lnTo>
                    <a:pt x="543488" y="719379"/>
                  </a:lnTo>
                  <a:lnTo>
                    <a:pt x="564424" y="760396"/>
                  </a:lnTo>
                  <a:lnTo>
                    <a:pt x="584673" y="801670"/>
                  </a:lnTo>
                  <a:lnTo>
                    <a:pt x="604236" y="843190"/>
                  </a:lnTo>
                  <a:lnTo>
                    <a:pt x="623113" y="884949"/>
                  </a:lnTo>
                  <a:lnTo>
                    <a:pt x="641303" y="926939"/>
                  </a:lnTo>
                  <a:lnTo>
                    <a:pt x="658806" y="969150"/>
                  </a:lnTo>
                  <a:lnTo>
                    <a:pt x="675624" y="1011575"/>
                  </a:lnTo>
                  <a:lnTo>
                    <a:pt x="691754" y="1054204"/>
                  </a:lnTo>
                  <a:lnTo>
                    <a:pt x="707199" y="1097029"/>
                  </a:lnTo>
                  <a:lnTo>
                    <a:pt x="721957" y="1140042"/>
                  </a:lnTo>
                  <a:lnTo>
                    <a:pt x="736028" y="1183234"/>
                  </a:lnTo>
                  <a:lnTo>
                    <a:pt x="749414" y="1226597"/>
                  </a:lnTo>
                  <a:lnTo>
                    <a:pt x="762112" y="1270121"/>
                  </a:lnTo>
                  <a:lnTo>
                    <a:pt x="774125" y="1313799"/>
                  </a:lnTo>
                  <a:lnTo>
                    <a:pt x="785450" y="1357622"/>
                  </a:lnTo>
                  <a:lnTo>
                    <a:pt x="796090" y="1401582"/>
                  </a:lnTo>
                  <a:lnTo>
                    <a:pt x="806043" y="1445669"/>
                  </a:lnTo>
                  <a:lnTo>
                    <a:pt x="815310" y="1489876"/>
                  </a:lnTo>
                  <a:lnTo>
                    <a:pt x="823890" y="1534193"/>
                  </a:lnTo>
                  <a:lnTo>
                    <a:pt x="831784" y="1578613"/>
                  </a:lnTo>
                  <a:lnTo>
                    <a:pt x="838991" y="1623127"/>
                  </a:lnTo>
                  <a:lnTo>
                    <a:pt x="845512" y="1667725"/>
                  </a:lnTo>
                  <a:lnTo>
                    <a:pt x="851346" y="1712401"/>
                  </a:lnTo>
                  <a:lnTo>
                    <a:pt x="856495" y="1757145"/>
                  </a:lnTo>
                  <a:lnTo>
                    <a:pt x="860956" y="1801948"/>
                  </a:lnTo>
                  <a:lnTo>
                    <a:pt x="864732" y="1846803"/>
                  </a:lnTo>
                  <a:lnTo>
                    <a:pt x="867820" y="1891700"/>
                  </a:lnTo>
                  <a:lnTo>
                    <a:pt x="870223" y="1936631"/>
                  </a:lnTo>
                  <a:lnTo>
                    <a:pt x="871939" y="1981588"/>
                  </a:lnTo>
                  <a:lnTo>
                    <a:pt x="872969" y="2026562"/>
                  </a:lnTo>
                  <a:lnTo>
                    <a:pt x="873312" y="2071544"/>
                  </a:lnTo>
                  <a:lnTo>
                    <a:pt x="872969" y="2116526"/>
                  </a:lnTo>
                  <a:lnTo>
                    <a:pt x="871939" y="2161500"/>
                  </a:lnTo>
                  <a:lnTo>
                    <a:pt x="870223" y="2206457"/>
                  </a:lnTo>
                  <a:lnTo>
                    <a:pt x="867820" y="2251388"/>
                  </a:lnTo>
                  <a:lnTo>
                    <a:pt x="864732" y="2296285"/>
                  </a:lnTo>
                  <a:lnTo>
                    <a:pt x="860956" y="2341139"/>
                  </a:lnTo>
                  <a:lnTo>
                    <a:pt x="856495" y="2385942"/>
                  </a:lnTo>
                  <a:lnTo>
                    <a:pt x="851346" y="2430685"/>
                  </a:lnTo>
                  <a:lnTo>
                    <a:pt x="845512" y="2475360"/>
                  </a:lnTo>
                  <a:lnTo>
                    <a:pt x="838991" y="2519958"/>
                  </a:lnTo>
                  <a:lnTo>
                    <a:pt x="831784" y="2564471"/>
                  </a:lnTo>
                  <a:lnTo>
                    <a:pt x="823890" y="2608890"/>
                  </a:lnTo>
                  <a:lnTo>
                    <a:pt x="815310" y="2653206"/>
                  </a:lnTo>
                  <a:lnTo>
                    <a:pt x="806043" y="2697412"/>
                  </a:lnTo>
                  <a:lnTo>
                    <a:pt x="796090" y="2741498"/>
                  </a:lnTo>
                  <a:lnTo>
                    <a:pt x="785450" y="2785456"/>
                  </a:lnTo>
                  <a:lnTo>
                    <a:pt x="774125" y="2829278"/>
                  </a:lnTo>
                  <a:lnTo>
                    <a:pt x="762112" y="2872955"/>
                  </a:lnTo>
                  <a:lnTo>
                    <a:pt x="749414" y="2916478"/>
                  </a:lnTo>
                  <a:lnTo>
                    <a:pt x="736028" y="2959839"/>
                  </a:lnTo>
                  <a:lnTo>
                    <a:pt x="721957" y="3003029"/>
                  </a:lnTo>
                  <a:lnTo>
                    <a:pt x="707199" y="3046040"/>
                  </a:lnTo>
                  <a:lnTo>
                    <a:pt x="691754" y="3088864"/>
                  </a:lnTo>
                  <a:lnTo>
                    <a:pt x="675624" y="3131491"/>
                  </a:lnTo>
                  <a:lnTo>
                    <a:pt x="658806" y="3173914"/>
                  </a:lnTo>
                  <a:lnTo>
                    <a:pt x="641303" y="3216123"/>
                  </a:lnTo>
                  <a:lnTo>
                    <a:pt x="623113" y="3258111"/>
                  </a:lnTo>
                  <a:lnTo>
                    <a:pt x="604236" y="3299868"/>
                  </a:lnTo>
                  <a:lnTo>
                    <a:pt x="584673" y="3341387"/>
                  </a:lnTo>
                  <a:lnTo>
                    <a:pt x="564424" y="3382658"/>
                  </a:lnTo>
                  <a:lnTo>
                    <a:pt x="543488" y="3423673"/>
                  </a:lnTo>
                  <a:lnTo>
                    <a:pt x="521866" y="3464424"/>
                  </a:lnTo>
                  <a:lnTo>
                    <a:pt x="499558" y="3504901"/>
                  </a:lnTo>
                  <a:lnTo>
                    <a:pt x="476563" y="3545097"/>
                  </a:lnTo>
                  <a:lnTo>
                    <a:pt x="452881" y="3585004"/>
                  </a:lnTo>
                  <a:lnTo>
                    <a:pt x="428513" y="3624611"/>
                  </a:lnTo>
                  <a:lnTo>
                    <a:pt x="403459" y="3663912"/>
                  </a:lnTo>
                  <a:lnTo>
                    <a:pt x="377719" y="3702897"/>
                  </a:lnTo>
                  <a:lnTo>
                    <a:pt x="351292" y="3741558"/>
                  </a:lnTo>
                  <a:lnTo>
                    <a:pt x="324178" y="3779886"/>
                  </a:lnTo>
                  <a:lnTo>
                    <a:pt x="296378" y="3817873"/>
                  </a:lnTo>
                  <a:lnTo>
                    <a:pt x="267892" y="3855510"/>
                  </a:lnTo>
                  <a:lnTo>
                    <a:pt x="238719" y="3892789"/>
                  </a:lnTo>
                  <a:lnTo>
                    <a:pt x="208860" y="3929701"/>
                  </a:lnTo>
                  <a:lnTo>
                    <a:pt x="178314" y="3966238"/>
                  </a:lnTo>
                  <a:lnTo>
                    <a:pt x="147082" y="4002391"/>
                  </a:lnTo>
                  <a:lnTo>
                    <a:pt x="115164" y="4038151"/>
                  </a:lnTo>
                  <a:lnTo>
                    <a:pt x="82559" y="4073511"/>
                  </a:lnTo>
                  <a:lnTo>
                    <a:pt x="49268" y="4108461"/>
                  </a:lnTo>
                  <a:lnTo>
                    <a:pt x="15290" y="4142994"/>
                  </a:lnTo>
                  <a:lnTo>
                    <a:pt x="0" y="4127703"/>
                  </a:lnTo>
                  <a:lnTo>
                    <a:pt x="34063" y="4093077"/>
                  </a:lnTo>
                  <a:lnTo>
                    <a:pt x="67432" y="4058027"/>
                  </a:lnTo>
                  <a:lnTo>
                    <a:pt x="100105" y="4022564"/>
                  </a:lnTo>
                  <a:lnTo>
                    <a:pt x="132083" y="3986694"/>
                  </a:lnTo>
                  <a:lnTo>
                    <a:pt x="163366" y="3950427"/>
                  </a:lnTo>
                  <a:lnTo>
                    <a:pt x="193954" y="3913773"/>
                  </a:lnTo>
                  <a:lnTo>
                    <a:pt x="223846" y="3876738"/>
                  </a:lnTo>
                  <a:lnTo>
                    <a:pt x="253044" y="3839333"/>
                  </a:lnTo>
                  <a:lnTo>
                    <a:pt x="281546" y="3801566"/>
                  </a:lnTo>
                  <a:lnTo>
                    <a:pt x="309353" y="3763445"/>
                  </a:lnTo>
                  <a:lnTo>
                    <a:pt x="336465" y="3724980"/>
                  </a:lnTo>
                  <a:lnTo>
                    <a:pt x="362882" y="3686178"/>
                  </a:lnTo>
                  <a:lnTo>
                    <a:pt x="388603" y="3647050"/>
                  </a:lnTo>
                  <a:lnTo>
                    <a:pt x="413629" y="3607603"/>
                  </a:lnTo>
                  <a:lnTo>
                    <a:pt x="437961" y="3567846"/>
                  </a:lnTo>
                  <a:lnTo>
                    <a:pt x="461597" y="3527788"/>
                  </a:lnTo>
                  <a:lnTo>
                    <a:pt x="484537" y="3487438"/>
                  </a:lnTo>
                  <a:lnTo>
                    <a:pt x="506783" y="3446804"/>
                  </a:lnTo>
                  <a:lnTo>
                    <a:pt x="528333" y="3405896"/>
                  </a:lnTo>
                  <a:lnTo>
                    <a:pt x="549189" y="3364721"/>
                  </a:lnTo>
                  <a:lnTo>
                    <a:pt x="569349" y="3323289"/>
                  </a:lnTo>
                  <a:lnTo>
                    <a:pt x="588814" y="3281608"/>
                  </a:lnTo>
                  <a:lnTo>
                    <a:pt x="607584" y="3239687"/>
                  </a:lnTo>
                  <a:lnTo>
                    <a:pt x="625658" y="3197535"/>
                  </a:lnTo>
                  <a:lnTo>
                    <a:pt x="643038" y="3155161"/>
                  </a:lnTo>
                  <a:lnTo>
                    <a:pt x="659722" y="3112572"/>
                  </a:lnTo>
                  <a:lnTo>
                    <a:pt x="675711" y="3069779"/>
                  </a:lnTo>
                  <a:lnTo>
                    <a:pt x="691005" y="3026789"/>
                  </a:lnTo>
                  <a:lnTo>
                    <a:pt x="705603" y="2983612"/>
                  </a:lnTo>
                  <a:lnTo>
                    <a:pt x="719507" y="2940256"/>
                  </a:lnTo>
                  <a:lnTo>
                    <a:pt x="732715" y="2896729"/>
                  </a:lnTo>
                  <a:lnTo>
                    <a:pt x="745229" y="2853041"/>
                  </a:lnTo>
                  <a:lnTo>
                    <a:pt x="757046" y="2809201"/>
                  </a:lnTo>
                  <a:lnTo>
                    <a:pt x="768169" y="2765216"/>
                  </a:lnTo>
                  <a:lnTo>
                    <a:pt x="778597" y="2721097"/>
                  </a:lnTo>
                  <a:lnTo>
                    <a:pt x="788329" y="2676850"/>
                  </a:lnTo>
                  <a:lnTo>
                    <a:pt x="797367" y="2632486"/>
                  </a:lnTo>
                  <a:lnTo>
                    <a:pt x="805709" y="2588013"/>
                  </a:lnTo>
                  <a:lnTo>
                    <a:pt x="813356" y="2543440"/>
                  </a:lnTo>
                  <a:lnTo>
                    <a:pt x="820308" y="2498775"/>
                  </a:lnTo>
                  <a:lnTo>
                    <a:pt x="826564" y="2454026"/>
                  </a:lnTo>
                  <a:lnTo>
                    <a:pt x="832126" y="2409204"/>
                  </a:lnTo>
                  <a:lnTo>
                    <a:pt x="836992" y="2364317"/>
                  </a:lnTo>
                  <a:lnTo>
                    <a:pt x="841163" y="2319372"/>
                  </a:lnTo>
                  <a:lnTo>
                    <a:pt x="844639" y="2274380"/>
                  </a:lnTo>
                  <a:lnTo>
                    <a:pt x="847419" y="2229348"/>
                  </a:lnTo>
                  <a:lnTo>
                    <a:pt x="849505" y="2184286"/>
                  </a:lnTo>
                  <a:lnTo>
                    <a:pt x="850895" y="2139202"/>
                  </a:lnTo>
                  <a:lnTo>
                    <a:pt x="851590" y="2094104"/>
                  </a:lnTo>
                  <a:lnTo>
                    <a:pt x="851590" y="2049003"/>
                  </a:lnTo>
                  <a:lnTo>
                    <a:pt x="850895" y="2003906"/>
                  </a:lnTo>
                  <a:lnTo>
                    <a:pt x="849505" y="1958821"/>
                  </a:lnTo>
                  <a:lnTo>
                    <a:pt x="847419" y="1913759"/>
                  </a:lnTo>
                  <a:lnTo>
                    <a:pt x="844639" y="1868727"/>
                  </a:lnTo>
                  <a:lnTo>
                    <a:pt x="841163" y="1823735"/>
                  </a:lnTo>
                  <a:lnTo>
                    <a:pt x="836992" y="1778790"/>
                  </a:lnTo>
                  <a:lnTo>
                    <a:pt x="832126" y="1733902"/>
                  </a:lnTo>
                  <a:lnTo>
                    <a:pt x="826564" y="1689080"/>
                  </a:lnTo>
                  <a:lnTo>
                    <a:pt x="820308" y="1644331"/>
                  </a:lnTo>
                  <a:lnTo>
                    <a:pt x="813356" y="1599666"/>
                  </a:lnTo>
                  <a:lnTo>
                    <a:pt x="805709" y="1555092"/>
                  </a:lnTo>
                  <a:lnTo>
                    <a:pt x="797367" y="1510619"/>
                  </a:lnTo>
                  <a:lnTo>
                    <a:pt x="788329" y="1466254"/>
                  </a:lnTo>
                  <a:lnTo>
                    <a:pt x="778597" y="1422007"/>
                  </a:lnTo>
                  <a:lnTo>
                    <a:pt x="768169" y="1377887"/>
                  </a:lnTo>
                  <a:lnTo>
                    <a:pt x="757046" y="1333902"/>
                  </a:lnTo>
                  <a:lnTo>
                    <a:pt x="745229" y="1290061"/>
                  </a:lnTo>
                  <a:lnTo>
                    <a:pt x="732715" y="1246373"/>
                  </a:lnTo>
                  <a:lnTo>
                    <a:pt x="719507" y="1202846"/>
                  </a:lnTo>
                  <a:lnTo>
                    <a:pt x="705603" y="1159489"/>
                  </a:lnTo>
                  <a:lnTo>
                    <a:pt x="691005" y="1116311"/>
                  </a:lnTo>
                  <a:lnTo>
                    <a:pt x="675711" y="1073321"/>
                  </a:lnTo>
                  <a:lnTo>
                    <a:pt x="659722" y="1030527"/>
                  </a:lnTo>
                  <a:lnTo>
                    <a:pt x="643038" y="987937"/>
                  </a:lnTo>
                  <a:lnTo>
                    <a:pt x="625658" y="945562"/>
                  </a:lnTo>
                  <a:lnTo>
                    <a:pt x="607584" y="903409"/>
                  </a:lnTo>
                  <a:lnTo>
                    <a:pt x="588814" y="861488"/>
                  </a:lnTo>
                  <a:lnTo>
                    <a:pt x="569349" y="819806"/>
                  </a:lnTo>
                  <a:lnTo>
                    <a:pt x="549189" y="778373"/>
                  </a:lnTo>
                  <a:lnTo>
                    <a:pt x="528333" y="737197"/>
                  </a:lnTo>
                  <a:lnTo>
                    <a:pt x="506783" y="696288"/>
                  </a:lnTo>
                  <a:lnTo>
                    <a:pt x="484537" y="655653"/>
                  </a:lnTo>
                  <a:lnTo>
                    <a:pt x="461597" y="615302"/>
                  </a:lnTo>
                  <a:lnTo>
                    <a:pt x="437961" y="575243"/>
                  </a:lnTo>
                  <a:lnTo>
                    <a:pt x="413629" y="535485"/>
                  </a:lnTo>
                  <a:lnTo>
                    <a:pt x="388603" y="496037"/>
                  </a:lnTo>
                  <a:lnTo>
                    <a:pt x="362882" y="456907"/>
                  </a:lnTo>
                  <a:lnTo>
                    <a:pt x="336465" y="418105"/>
                  </a:lnTo>
                  <a:lnTo>
                    <a:pt x="309353" y="379638"/>
                  </a:lnTo>
                  <a:lnTo>
                    <a:pt x="281546" y="341516"/>
                  </a:lnTo>
                  <a:lnTo>
                    <a:pt x="253044" y="303747"/>
                  </a:lnTo>
                  <a:lnTo>
                    <a:pt x="223846" y="266341"/>
                  </a:lnTo>
                  <a:lnTo>
                    <a:pt x="193954" y="229305"/>
                  </a:lnTo>
                  <a:lnTo>
                    <a:pt x="163366" y="192649"/>
                  </a:lnTo>
                  <a:lnTo>
                    <a:pt x="132083" y="156381"/>
                  </a:lnTo>
                  <a:lnTo>
                    <a:pt x="100105" y="120510"/>
                  </a:lnTo>
                  <a:lnTo>
                    <a:pt x="67432" y="85045"/>
                  </a:lnTo>
                  <a:lnTo>
                    <a:pt x="34063" y="49994"/>
                  </a:lnTo>
                  <a:lnTo>
                    <a:pt x="0" y="15367"/>
                  </a:lnTo>
                  <a:lnTo>
                    <a:pt x="15290" y="0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951" y="2019287"/>
              <a:ext cx="10156698" cy="4015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289" y="1973960"/>
              <a:ext cx="494360" cy="4944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96289" y="1973960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5" h="494664">
                  <a:moveTo>
                    <a:pt x="0" y="247141"/>
                  </a:moveTo>
                  <a:lnTo>
                    <a:pt x="5021" y="197361"/>
                  </a:lnTo>
                  <a:lnTo>
                    <a:pt x="19422" y="150983"/>
                  </a:lnTo>
                  <a:lnTo>
                    <a:pt x="42210" y="109004"/>
                  </a:lnTo>
                  <a:lnTo>
                    <a:pt x="72390" y="72421"/>
                  </a:lnTo>
                  <a:lnTo>
                    <a:pt x="108968" y="42232"/>
                  </a:lnTo>
                  <a:lnTo>
                    <a:pt x="150951" y="19434"/>
                  </a:lnTo>
                  <a:lnTo>
                    <a:pt x="197344" y="5024"/>
                  </a:lnTo>
                  <a:lnTo>
                    <a:pt x="247154" y="0"/>
                  </a:lnTo>
                  <a:lnTo>
                    <a:pt x="296956" y="5024"/>
                  </a:lnTo>
                  <a:lnTo>
                    <a:pt x="343350" y="19434"/>
                  </a:lnTo>
                  <a:lnTo>
                    <a:pt x="385340" y="42232"/>
                  </a:lnTo>
                  <a:lnTo>
                    <a:pt x="421930" y="72421"/>
                  </a:lnTo>
                  <a:lnTo>
                    <a:pt x="452123" y="109004"/>
                  </a:lnTo>
                  <a:lnTo>
                    <a:pt x="474924" y="150983"/>
                  </a:lnTo>
                  <a:lnTo>
                    <a:pt x="489335" y="197361"/>
                  </a:lnTo>
                  <a:lnTo>
                    <a:pt x="494360" y="247141"/>
                  </a:lnTo>
                  <a:lnTo>
                    <a:pt x="489335" y="296964"/>
                  </a:lnTo>
                  <a:lnTo>
                    <a:pt x="474924" y="343374"/>
                  </a:lnTo>
                  <a:lnTo>
                    <a:pt x="452123" y="385375"/>
                  </a:lnTo>
                  <a:lnTo>
                    <a:pt x="421930" y="421973"/>
                  </a:lnTo>
                  <a:lnTo>
                    <a:pt x="385340" y="452171"/>
                  </a:lnTo>
                  <a:lnTo>
                    <a:pt x="343350" y="474974"/>
                  </a:lnTo>
                  <a:lnTo>
                    <a:pt x="296956" y="489385"/>
                  </a:lnTo>
                  <a:lnTo>
                    <a:pt x="247154" y="494411"/>
                  </a:lnTo>
                  <a:lnTo>
                    <a:pt x="197344" y="489385"/>
                  </a:lnTo>
                  <a:lnTo>
                    <a:pt x="150951" y="474974"/>
                  </a:lnTo>
                  <a:lnTo>
                    <a:pt x="108968" y="452171"/>
                  </a:lnTo>
                  <a:lnTo>
                    <a:pt x="72390" y="421973"/>
                  </a:lnTo>
                  <a:lnTo>
                    <a:pt x="42210" y="385375"/>
                  </a:lnTo>
                  <a:lnTo>
                    <a:pt x="19422" y="343374"/>
                  </a:lnTo>
                  <a:lnTo>
                    <a:pt x="5021" y="296964"/>
                  </a:lnTo>
                  <a:lnTo>
                    <a:pt x="0" y="247141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8091" y="2613634"/>
              <a:ext cx="9798558" cy="4000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4404" y="2567558"/>
              <a:ext cx="494258" cy="4942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54404" y="2567558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4" h="494664">
                  <a:moveTo>
                    <a:pt x="0" y="247141"/>
                  </a:moveTo>
                  <a:lnTo>
                    <a:pt x="5023" y="197325"/>
                  </a:lnTo>
                  <a:lnTo>
                    <a:pt x="19431" y="150929"/>
                  </a:lnTo>
                  <a:lnTo>
                    <a:pt x="42224" y="108948"/>
                  </a:lnTo>
                  <a:lnTo>
                    <a:pt x="72409" y="72374"/>
                  </a:lnTo>
                  <a:lnTo>
                    <a:pt x="108986" y="42199"/>
                  </a:lnTo>
                  <a:lnTo>
                    <a:pt x="150961" y="19417"/>
                  </a:lnTo>
                  <a:lnTo>
                    <a:pt x="197337" y="5019"/>
                  </a:lnTo>
                  <a:lnTo>
                    <a:pt x="247116" y="0"/>
                  </a:lnTo>
                  <a:lnTo>
                    <a:pt x="296933" y="5019"/>
                  </a:lnTo>
                  <a:lnTo>
                    <a:pt x="343329" y="19417"/>
                  </a:lnTo>
                  <a:lnTo>
                    <a:pt x="385310" y="42199"/>
                  </a:lnTo>
                  <a:lnTo>
                    <a:pt x="421884" y="72374"/>
                  </a:lnTo>
                  <a:lnTo>
                    <a:pt x="452059" y="108948"/>
                  </a:lnTo>
                  <a:lnTo>
                    <a:pt x="474841" y="150929"/>
                  </a:lnTo>
                  <a:lnTo>
                    <a:pt x="489238" y="197325"/>
                  </a:lnTo>
                  <a:lnTo>
                    <a:pt x="494258" y="247141"/>
                  </a:lnTo>
                  <a:lnTo>
                    <a:pt x="489238" y="296958"/>
                  </a:lnTo>
                  <a:lnTo>
                    <a:pt x="474841" y="343354"/>
                  </a:lnTo>
                  <a:lnTo>
                    <a:pt x="452059" y="385335"/>
                  </a:lnTo>
                  <a:lnTo>
                    <a:pt x="421884" y="421909"/>
                  </a:lnTo>
                  <a:lnTo>
                    <a:pt x="385310" y="452084"/>
                  </a:lnTo>
                  <a:lnTo>
                    <a:pt x="343329" y="474866"/>
                  </a:lnTo>
                  <a:lnTo>
                    <a:pt x="296933" y="489264"/>
                  </a:lnTo>
                  <a:lnTo>
                    <a:pt x="247116" y="494283"/>
                  </a:lnTo>
                  <a:lnTo>
                    <a:pt x="197337" y="489264"/>
                  </a:lnTo>
                  <a:lnTo>
                    <a:pt x="150961" y="474866"/>
                  </a:lnTo>
                  <a:lnTo>
                    <a:pt x="108986" y="452084"/>
                  </a:lnTo>
                  <a:lnTo>
                    <a:pt x="72409" y="421909"/>
                  </a:lnTo>
                  <a:lnTo>
                    <a:pt x="42224" y="385335"/>
                  </a:lnTo>
                  <a:lnTo>
                    <a:pt x="19430" y="343354"/>
                  </a:lnTo>
                  <a:lnTo>
                    <a:pt x="5023" y="296958"/>
                  </a:lnTo>
                  <a:lnTo>
                    <a:pt x="0" y="247141"/>
                  </a:lnTo>
                  <a:close/>
                </a:path>
              </a:pathLst>
            </a:custGeom>
            <a:ln w="63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4687" y="3206470"/>
              <a:ext cx="9601962" cy="4000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0593" y="3160648"/>
              <a:ext cx="494411" cy="4942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50593" y="3160648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4" h="494664">
                  <a:moveTo>
                    <a:pt x="0" y="247141"/>
                  </a:moveTo>
                  <a:lnTo>
                    <a:pt x="5025" y="197325"/>
                  </a:lnTo>
                  <a:lnTo>
                    <a:pt x="19436" y="150929"/>
                  </a:lnTo>
                  <a:lnTo>
                    <a:pt x="42239" y="108948"/>
                  </a:lnTo>
                  <a:lnTo>
                    <a:pt x="72437" y="72374"/>
                  </a:lnTo>
                  <a:lnTo>
                    <a:pt x="109035" y="42199"/>
                  </a:lnTo>
                  <a:lnTo>
                    <a:pt x="151036" y="19417"/>
                  </a:lnTo>
                  <a:lnTo>
                    <a:pt x="197446" y="5019"/>
                  </a:lnTo>
                  <a:lnTo>
                    <a:pt x="247269" y="0"/>
                  </a:lnTo>
                  <a:lnTo>
                    <a:pt x="297049" y="5019"/>
                  </a:lnTo>
                  <a:lnTo>
                    <a:pt x="343427" y="19417"/>
                  </a:lnTo>
                  <a:lnTo>
                    <a:pt x="385406" y="42199"/>
                  </a:lnTo>
                  <a:lnTo>
                    <a:pt x="421989" y="72374"/>
                  </a:lnTo>
                  <a:lnTo>
                    <a:pt x="452178" y="108948"/>
                  </a:lnTo>
                  <a:lnTo>
                    <a:pt x="474976" y="150929"/>
                  </a:lnTo>
                  <a:lnTo>
                    <a:pt x="489386" y="197325"/>
                  </a:lnTo>
                  <a:lnTo>
                    <a:pt x="494411" y="247141"/>
                  </a:lnTo>
                  <a:lnTo>
                    <a:pt x="489386" y="296958"/>
                  </a:lnTo>
                  <a:lnTo>
                    <a:pt x="474976" y="343354"/>
                  </a:lnTo>
                  <a:lnTo>
                    <a:pt x="452178" y="385335"/>
                  </a:lnTo>
                  <a:lnTo>
                    <a:pt x="421989" y="421909"/>
                  </a:lnTo>
                  <a:lnTo>
                    <a:pt x="385406" y="452084"/>
                  </a:lnTo>
                  <a:lnTo>
                    <a:pt x="343427" y="474866"/>
                  </a:lnTo>
                  <a:lnTo>
                    <a:pt x="297049" y="489264"/>
                  </a:lnTo>
                  <a:lnTo>
                    <a:pt x="247269" y="494283"/>
                  </a:lnTo>
                  <a:lnTo>
                    <a:pt x="197446" y="489264"/>
                  </a:lnTo>
                  <a:lnTo>
                    <a:pt x="151036" y="474866"/>
                  </a:lnTo>
                  <a:lnTo>
                    <a:pt x="109035" y="452084"/>
                  </a:lnTo>
                  <a:lnTo>
                    <a:pt x="72437" y="421909"/>
                  </a:lnTo>
                  <a:lnTo>
                    <a:pt x="42239" y="385335"/>
                  </a:lnTo>
                  <a:lnTo>
                    <a:pt x="19436" y="343354"/>
                  </a:lnTo>
                  <a:lnTo>
                    <a:pt x="5025" y="296958"/>
                  </a:lnTo>
                  <a:lnTo>
                    <a:pt x="0" y="247141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57172" y="3799319"/>
              <a:ext cx="9539478" cy="40158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3331" y="3754119"/>
              <a:ext cx="494284" cy="49428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513331" y="3754119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4" h="494664">
                  <a:moveTo>
                    <a:pt x="0" y="247141"/>
                  </a:moveTo>
                  <a:lnTo>
                    <a:pt x="5019" y="197325"/>
                  </a:lnTo>
                  <a:lnTo>
                    <a:pt x="19417" y="150929"/>
                  </a:lnTo>
                  <a:lnTo>
                    <a:pt x="42199" y="108948"/>
                  </a:lnTo>
                  <a:lnTo>
                    <a:pt x="72374" y="72374"/>
                  </a:lnTo>
                  <a:lnTo>
                    <a:pt x="108948" y="42199"/>
                  </a:lnTo>
                  <a:lnTo>
                    <a:pt x="150929" y="19417"/>
                  </a:lnTo>
                  <a:lnTo>
                    <a:pt x="197325" y="5019"/>
                  </a:lnTo>
                  <a:lnTo>
                    <a:pt x="247142" y="0"/>
                  </a:lnTo>
                  <a:lnTo>
                    <a:pt x="296958" y="5019"/>
                  </a:lnTo>
                  <a:lnTo>
                    <a:pt x="343354" y="19417"/>
                  </a:lnTo>
                  <a:lnTo>
                    <a:pt x="385335" y="42199"/>
                  </a:lnTo>
                  <a:lnTo>
                    <a:pt x="421909" y="72374"/>
                  </a:lnTo>
                  <a:lnTo>
                    <a:pt x="452084" y="108948"/>
                  </a:lnTo>
                  <a:lnTo>
                    <a:pt x="474866" y="150929"/>
                  </a:lnTo>
                  <a:lnTo>
                    <a:pt x="489264" y="197325"/>
                  </a:lnTo>
                  <a:lnTo>
                    <a:pt x="494284" y="247141"/>
                  </a:lnTo>
                  <a:lnTo>
                    <a:pt x="489264" y="296958"/>
                  </a:lnTo>
                  <a:lnTo>
                    <a:pt x="474866" y="343354"/>
                  </a:lnTo>
                  <a:lnTo>
                    <a:pt x="452084" y="385335"/>
                  </a:lnTo>
                  <a:lnTo>
                    <a:pt x="421909" y="421909"/>
                  </a:lnTo>
                  <a:lnTo>
                    <a:pt x="385335" y="452084"/>
                  </a:lnTo>
                  <a:lnTo>
                    <a:pt x="343354" y="474866"/>
                  </a:lnTo>
                  <a:lnTo>
                    <a:pt x="296958" y="489264"/>
                  </a:lnTo>
                  <a:lnTo>
                    <a:pt x="247142" y="494283"/>
                  </a:lnTo>
                  <a:lnTo>
                    <a:pt x="197325" y="489264"/>
                  </a:lnTo>
                  <a:lnTo>
                    <a:pt x="150929" y="474866"/>
                  </a:lnTo>
                  <a:lnTo>
                    <a:pt x="108948" y="452084"/>
                  </a:lnTo>
                  <a:lnTo>
                    <a:pt x="72374" y="421909"/>
                  </a:lnTo>
                  <a:lnTo>
                    <a:pt x="42199" y="385335"/>
                  </a:lnTo>
                  <a:lnTo>
                    <a:pt x="19417" y="343354"/>
                  </a:lnTo>
                  <a:lnTo>
                    <a:pt x="5019" y="296958"/>
                  </a:lnTo>
                  <a:lnTo>
                    <a:pt x="0" y="247141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4687" y="4393691"/>
              <a:ext cx="9601962" cy="4000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0593" y="4347717"/>
              <a:ext cx="494411" cy="4942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50593" y="4347717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4" h="494664">
                  <a:moveTo>
                    <a:pt x="0" y="247141"/>
                  </a:moveTo>
                  <a:lnTo>
                    <a:pt x="5025" y="197325"/>
                  </a:lnTo>
                  <a:lnTo>
                    <a:pt x="19436" y="150929"/>
                  </a:lnTo>
                  <a:lnTo>
                    <a:pt x="42239" y="108948"/>
                  </a:lnTo>
                  <a:lnTo>
                    <a:pt x="72437" y="72374"/>
                  </a:lnTo>
                  <a:lnTo>
                    <a:pt x="109035" y="42199"/>
                  </a:lnTo>
                  <a:lnTo>
                    <a:pt x="151036" y="19417"/>
                  </a:lnTo>
                  <a:lnTo>
                    <a:pt x="197446" y="5019"/>
                  </a:lnTo>
                  <a:lnTo>
                    <a:pt x="247269" y="0"/>
                  </a:lnTo>
                  <a:lnTo>
                    <a:pt x="297049" y="5019"/>
                  </a:lnTo>
                  <a:lnTo>
                    <a:pt x="343427" y="19417"/>
                  </a:lnTo>
                  <a:lnTo>
                    <a:pt x="385406" y="42199"/>
                  </a:lnTo>
                  <a:lnTo>
                    <a:pt x="421989" y="72374"/>
                  </a:lnTo>
                  <a:lnTo>
                    <a:pt x="452178" y="108948"/>
                  </a:lnTo>
                  <a:lnTo>
                    <a:pt x="474976" y="150929"/>
                  </a:lnTo>
                  <a:lnTo>
                    <a:pt x="489386" y="197325"/>
                  </a:lnTo>
                  <a:lnTo>
                    <a:pt x="494411" y="247141"/>
                  </a:lnTo>
                  <a:lnTo>
                    <a:pt x="489386" y="296922"/>
                  </a:lnTo>
                  <a:lnTo>
                    <a:pt x="474976" y="343300"/>
                  </a:lnTo>
                  <a:lnTo>
                    <a:pt x="452178" y="385279"/>
                  </a:lnTo>
                  <a:lnTo>
                    <a:pt x="421989" y="421862"/>
                  </a:lnTo>
                  <a:lnTo>
                    <a:pt x="385406" y="452051"/>
                  </a:lnTo>
                  <a:lnTo>
                    <a:pt x="343427" y="474849"/>
                  </a:lnTo>
                  <a:lnTo>
                    <a:pt x="297049" y="489259"/>
                  </a:lnTo>
                  <a:lnTo>
                    <a:pt x="247269" y="494283"/>
                  </a:lnTo>
                  <a:lnTo>
                    <a:pt x="197446" y="489259"/>
                  </a:lnTo>
                  <a:lnTo>
                    <a:pt x="151036" y="474849"/>
                  </a:lnTo>
                  <a:lnTo>
                    <a:pt x="109035" y="452051"/>
                  </a:lnTo>
                  <a:lnTo>
                    <a:pt x="72437" y="421862"/>
                  </a:lnTo>
                  <a:lnTo>
                    <a:pt x="42239" y="385279"/>
                  </a:lnTo>
                  <a:lnTo>
                    <a:pt x="19436" y="343300"/>
                  </a:lnTo>
                  <a:lnTo>
                    <a:pt x="5025" y="296922"/>
                  </a:lnTo>
                  <a:lnTo>
                    <a:pt x="0" y="247141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98091" y="4986502"/>
              <a:ext cx="9798558" cy="4000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4404" y="4940807"/>
              <a:ext cx="494258" cy="4942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54404" y="4940807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4" h="494664">
                  <a:moveTo>
                    <a:pt x="0" y="247142"/>
                  </a:moveTo>
                  <a:lnTo>
                    <a:pt x="5023" y="197325"/>
                  </a:lnTo>
                  <a:lnTo>
                    <a:pt x="19431" y="150929"/>
                  </a:lnTo>
                  <a:lnTo>
                    <a:pt x="42224" y="108948"/>
                  </a:lnTo>
                  <a:lnTo>
                    <a:pt x="72409" y="72374"/>
                  </a:lnTo>
                  <a:lnTo>
                    <a:pt x="108986" y="42199"/>
                  </a:lnTo>
                  <a:lnTo>
                    <a:pt x="150961" y="19417"/>
                  </a:lnTo>
                  <a:lnTo>
                    <a:pt x="197337" y="5019"/>
                  </a:lnTo>
                  <a:lnTo>
                    <a:pt x="247116" y="0"/>
                  </a:lnTo>
                  <a:lnTo>
                    <a:pt x="296933" y="5019"/>
                  </a:lnTo>
                  <a:lnTo>
                    <a:pt x="343329" y="19417"/>
                  </a:lnTo>
                  <a:lnTo>
                    <a:pt x="385310" y="42199"/>
                  </a:lnTo>
                  <a:lnTo>
                    <a:pt x="421884" y="72374"/>
                  </a:lnTo>
                  <a:lnTo>
                    <a:pt x="452059" y="108948"/>
                  </a:lnTo>
                  <a:lnTo>
                    <a:pt x="474841" y="150929"/>
                  </a:lnTo>
                  <a:lnTo>
                    <a:pt x="489238" y="197325"/>
                  </a:lnTo>
                  <a:lnTo>
                    <a:pt x="494258" y="247142"/>
                  </a:lnTo>
                  <a:lnTo>
                    <a:pt x="489238" y="296922"/>
                  </a:lnTo>
                  <a:lnTo>
                    <a:pt x="474841" y="343300"/>
                  </a:lnTo>
                  <a:lnTo>
                    <a:pt x="452059" y="385279"/>
                  </a:lnTo>
                  <a:lnTo>
                    <a:pt x="421884" y="421862"/>
                  </a:lnTo>
                  <a:lnTo>
                    <a:pt x="385310" y="452051"/>
                  </a:lnTo>
                  <a:lnTo>
                    <a:pt x="343329" y="474849"/>
                  </a:lnTo>
                  <a:lnTo>
                    <a:pt x="296933" y="489259"/>
                  </a:lnTo>
                  <a:lnTo>
                    <a:pt x="247116" y="494284"/>
                  </a:lnTo>
                  <a:lnTo>
                    <a:pt x="197337" y="489259"/>
                  </a:lnTo>
                  <a:lnTo>
                    <a:pt x="150961" y="474849"/>
                  </a:lnTo>
                  <a:lnTo>
                    <a:pt x="108986" y="452051"/>
                  </a:lnTo>
                  <a:lnTo>
                    <a:pt x="72409" y="421862"/>
                  </a:lnTo>
                  <a:lnTo>
                    <a:pt x="42224" y="385279"/>
                  </a:lnTo>
                  <a:lnTo>
                    <a:pt x="19430" y="343300"/>
                  </a:lnTo>
                  <a:lnTo>
                    <a:pt x="5023" y="296922"/>
                  </a:lnTo>
                  <a:lnTo>
                    <a:pt x="0" y="247142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9951" y="5579363"/>
              <a:ext cx="10156698" cy="40158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444878" y="2025142"/>
            <a:ext cx="3896360" cy="3891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Communication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speed</a:t>
            </a:r>
            <a:endParaRPr sz="2000">
              <a:latin typeface="Calibri"/>
              <a:cs typeface="Calibri"/>
            </a:endParaRPr>
          </a:p>
          <a:p>
            <a:pPr marL="370840">
              <a:lnSpc>
                <a:spcPct val="100000"/>
              </a:lnSpc>
              <a:spcBef>
                <a:spcPts val="2275"/>
              </a:spcBef>
            </a:pPr>
            <a:r>
              <a:rPr sz="2000" dirty="0">
                <a:latin typeface="Calibri"/>
                <a:cs typeface="Calibri"/>
              </a:rPr>
              <a:t>File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sharing</a:t>
            </a:r>
            <a:endParaRPr sz="2000">
              <a:latin typeface="Calibri"/>
              <a:cs typeface="Calibri"/>
            </a:endParaRPr>
          </a:p>
          <a:p>
            <a:pPr marL="566420" marR="5080">
              <a:lnSpc>
                <a:spcPts val="4670"/>
              </a:lnSpc>
              <a:spcBef>
                <a:spcPts val="530"/>
              </a:spcBef>
            </a:pPr>
            <a:r>
              <a:rPr sz="2000" dirty="0">
                <a:latin typeface="Calibri"/>
                <a:cs typeface="Calibri"/>
              </a:rPr>
              <a:t>Back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back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easy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Hardware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sharing Security</a:t>
            </a:r>
            <a:endParaRPr sz="2000">
              <a:latin typeface="Calibri"/>
              <a:cs typeface="Calibri"/>
            </a:endParaRPr>
          </a:p>
          <a:p>
            <a:pPr marL="12700" marR="2482850" indent="358140">
              <a:lnSpc>
                <a:spcPts val="4680"/>
              </a:lnSpc>
            </a:pPr>
            <a:r>
              <a:rPr sz="2000" spc="-10" dirty="0">
                <a:latin typeface="Calibri"/>
                <a:cs typeface="Calibri"/>
              </a:rPr>
              <a:t>Scalability Reliability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93114" y="5531103"/>
            <a:ext cx="501015" cy="501015"/>
            <a:chOff x="893114" y="5531103"/>
            <a:chExt cx="501015" cy="501015"/>
          </a:xfrm>
        </p:grpSpPr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6289" y="5534278"/>
              <a:ext cx="494360" cy="49429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96289" y="5534278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5" h="494664">
                  <a:moveTo>
                    <a:pt x="0" y="247142"/>
                  </a:moveTo>
                  <a:lnTo>
                    <a:pt x="5021" y="197332"/>
                  </a:lnTo>
                  <a:lnTo>
                    <a:pt x="19422" y="150940"/>
                  </a:lnTo>
                  <a:lnTo>
                    <a:pt x="42210" y="108959"/>
                  </a:lnTo>
                  <a:lnTo>
                    <a:pt x="72390" y="72383"/>
                  </a:lnTo>
                  <a:lnTo>
                    <a:pt x="108968" y="42206"/>
                  </a:lnTo>
                  <a:lnTo>
                    <a:pt x="150951" y="19420"/>
                  </a:lnTo>
                  <a:lnTo>
                    <a:pt x="197344" y="5020"/>
                  </a:lnTo>
                  <a:lnTo>
                    <a:pt x="247154" y="0"/>
                  </a:lnTo>
                  <a:lnTo>
                    <a:pt x="296956" y="5020"/>
                  </a:lnTo>
                  <a:lnTo>
                    <a:pt x="343350" y="19420"/>
                  </a:lnTo>
                  <a:lnTo>
                    <a:pt x="385340" y="42206"/>
                  </a:lnTo>
                  <a:lnTo>
                    <a:pt x="421930" y="72383"/>
                  </a:lnTo>
                  <a:lnTo>
                    <a:pt x="452123" y="108959"/>
                  </a:lnTo>
                  <a:lnTo>
                    <a:pt x="474924" y="150940"/>
                  </a:lnTo>
                  <a:lnTo>
                    <a:pt x="489335" y="197332"/>
                  </a:lnTo>
                  <a:lnTo>
                    <a:pt x="494360" y="247142"/>
                  </a:lnTo>
                  <a:lnTo>
                    <a:pt x="489335" y="296952"/>
                  </a:lnTo>
                  <a:lnTo>
                    <a:pt x="474924" y="343345"/>
                  </a:lnTo>
                  <a:lnTo>
                    <a:pt x="452123" y="385328"/>
                  </a:lnTo>
                  <a:lnTo>
                    <a:pt x="421930" y="421906"/>
                  </a:lnTo>
                  <a:lnTo>
                    <a:pt x="385340" y="452086"/>
                  </a:lnTo>
                  <a:lnTo>
                    <a:pt x="343350" y="474874"/>
                  </a:lnTo>
                  <a:lnTo>
                    <a:pt x="296956" y="489275"/>
                  </a:lnTo>
                  <a:lnTo>
                    <a:pt x="247154" y="494296"/>
                  </a:lnTo>
                  <a:lnTo>
                    <a:pt x="197344" y="489275"/>
                  </a:lnTo>
                  <a:lnTo>
                    <a:pt x="150951" y="474874"/>
                  </a:lnTo>
                  <a:lnTo>
                    <a:pt x="108968" y="452086"/>
                  </a:lnTo>
                  <a:lnTo>
                    <a:pt x="72390" y="421906"/>
                  </a:lnTo>
                  <a:lnTo>
                    <a:pt x="42210" y="385328"/>
                  </a:lnTo>
                  <a:lnTo>
                    <a:pt x="19422" y="343345"/>
                  </a:lnTo>
                  <a:lnTo>
                    <a:pt x="5021" y="296952"/>
                  </a:lnTo>
                  <a:lnTo>
                    <a:pt x="0" y="247142"/>
                  </a:lnTo>
                  <a:close/>
                </a:path>
              </a:pathLst>
            </a:custGeom>
            <a:ln w="63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Features</a:t>
            </a:r>
            <a:r>
              <a:rPr spc="-13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Computer</a:t>
            </a:r>
            <a:r>
              <a:rPr spc="-110" dirty="0"/>
              <a:t> </a:t>
            </a:r>
            <a:r>
              <a:rPr dirty="0"/>
              <a:t>Network</a:t>
            </a:r>
            <a:r>
              <a:rPr spc="-90" dirty="0"/>
              <a:t> </a:t>
            </a:r>
            <a:r>
              <a:rPr spc="-50" dirty="0"/>
              <a:t>: </a:t>
            </a:r>
            <a:r>
              <a:rPr dirty="0"/>
              <a:t>Communication</a:t>
            </a:r>
            <a:r>
              <a:rPr spc="-220" dirty="0"/>
              <a:t> </a:t>
            </a:r>
            <a:r>
              <a:rPr spc="-10" dirty="0"/>
              <a:t>Speed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05840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efficient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manner.</a:t>
            </a:r>
            <a:endParaRPr sz="2800">
              <a:latin typeface="Calibri"/>
              <a:cs typeface="Calibri"/>
            </a:endParaRPr>
          </a:p>
          <a:p>
            <a:pPr marL="240029" marR="324485" indent="-22796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video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conferencing,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email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messaging,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 	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internet.</a:t>
            </a:r>
            <a:endParaRPr sz="2800">
              <a:latin typeface="Calibri"/>
              <a:cs typeface="Calibri"/>
            </a:endParaRPr>
          </a:p>
          <a:p>
            <a:pPr marL="240029" marR="1095375" indent="-227965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Therefore,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great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our 	</a:t>
            </a:r>
            <a:r>
              <a:rPr sz="2800" dirty="0">
                <a:latin typeface="Calibri"/>
                <a:cs typeface="Calibri"/>
              </a:rPr>
              <a:t>knowledge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ideas.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Computer</a:t>
            </a:r>
            <a:r>
              <a:rPr spc="-7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7274"/>
            <a:ext cx="10333355" cy="401002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File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sharing</a:t>
            </a:r>
            <a:endParaRPr sz="2800">
              <a:latin typeface="Calibri"/>
              <a:cs typeface="Calibri"/>
            </a:endParaRPr>
          </a:p>
          <a:p>
            <a:pPr marL="697230" marR="1213485" lvl="1" indent="-227329">
              <a:lnSpc>
                <a:spcPts val="2590"/>
              </a:lnSpc>
              <a:spcBef>
                <a:spcPts val="57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File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major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advantage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network. 	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Back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Roll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back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easy</a:t>
            </a:r>
            <a:endParaRPr sz="2800">
              <a:latin typeface="Calibri"/>
              <a:cs typeface="Calibri"/>
            </a:endParaRPr>
          </a:p>
          <a:p>
            <a:pPr marL="697230" marR="1033144" lvl="1" indent="-227329">
              <a:lnSpc>
                <a:spcPts val="259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centrally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located. 	Therefore,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Hardware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sharing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server;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therefore,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centrally.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	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Similarly,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hardware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shared.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Computer</a:t>
            </a:r>
            <a:r>
              <a:rPr spc="-7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031"/>
            <a:ext cx="9961245" cy="433832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Security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ts val="251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security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ensuring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right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sz="2200" dirty="0">
                <a:latin typeface="Calibri"/>
                <a:cs typeface="Calibri"/>
              </a:rPr>
              <a:t>certain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files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Scalability</a:t>
            </a:r>
            <a:endParaRPr sz="2600">
              <a:latin typeface="Calibri"/>
              <a:cs typeface="Calibri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Scalability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components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 </a:t>
            </a:r>
            <a:r>
              <a:rPr sz="2200" dirty="0">
                <a:latin typeface="Calibri"/>
                <a:cs typeface="Calibri"/>
              </a:rPr>
              <a:t>must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scalable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extend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devices.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 </a:t>
            </a:r>
            <a:r>
              <a:rPr sz="2200" dirty="0">
                <a:latin typeface="Calibri"/>
                <a:cs typeface="Calibri"/>
              </a:rPr>
              <a:t>decreases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connection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transmission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also </a:t>
            </a:r>
            <a:r>
              <a:rPr sz="2200" dirty="0">
                <a:latin typeface="Calibri"/>
                <a:cs typeface="Calibri"/>
              </a:rPr>
              <a:t>decreases;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increases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chances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occurring.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overcome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routing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switching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devices.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Reliability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ts val="251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Computer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alternative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source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communication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in</a:t>
            </a:r>
            <a:endParaRPr sz="220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sz="2200" dirty="0">
                <a:latin typeface="Calibri"/>
                <a:cs typeface="Calibri"/>
              </a:rPr>
              <a:t>case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hardware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failure.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552</Words>
  <Application>Microsoft Office PowerPoint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Computer Networks [Introductory]</vt:lpstr>
      <vt:lpstr>Course Introduction</vt:lpstr>
      <vt:lpstr>Course Learning Outcomes (CLOs)</vt:lpstr>
      <vt:lpstr>Course Outline</vt:lpstr>
      <vt:lpstr>Course Outline</vt:lpstr>
      <vt:lpstr>Reference Book</vt:lpstr>
      <vt:lpstr>What is Computer Network?</vt:lpstr>
      <vt:lpstr>What is Computer Network?</vt:lpstr>
      <vt:lpstr>Advantages of Distributed Processing</vt:lpstr>
      <vt:lpstr>Uses of Computer Network</vt:lpstr>
      <vt:lpstr>Uses of Computer Network</vt:lpstr>
      <vt:lpstr>Features of Computer Network</vt:lpstr>
      <vt:lpstr>Features of Computer Network : Communication Speed</vt:lpstr>
      <vt:lpstr>Features of Computer Network</vt:lpstr>
      <vt:lpstr>Features of Computer Network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2025-06-30T07:05:30Z</dcterms:created>
  <dcterms:modified xsi:type="dcterms:W3CDTF">2025-06-30T07:06:11Z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3-Heights(TM) PDF Security Shell 4.8.25.2 (http://www.pdf-tools.com)</vt:lpwstr>
  </property>
</Properties>
</file>